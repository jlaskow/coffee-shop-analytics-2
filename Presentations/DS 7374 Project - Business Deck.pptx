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  <p:sldMasterId id="214748370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Inter SemiBold"/>
      <p:regular r:id="rId34"/>
      <p:bold r:id="rId35"/>
      <p:italic r:id="rId36"/>
      <p:boldItalic r:id="rId37"/>
    </p:embeddedFont>
    <p:embeddedFont>
      <p:font typeface="Afacad Flux"/>
      <p:regular r:id="rId38"/>
      <p:bold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Afacad Flux SemiBold"/>
      <p:regular r:id="rId44"/>
      <p:bold r:id="rId45"/>
    </p:embeddedFont>
    <p:embeddedFont>
      <p:font typeface="Inter Black"/>
      <p:bold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5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749346-0B67-48B4-815F-292ACA4F894D}">
  <a:tblStyle styleId="{ED749346-0B67-48B4-815F-292ACA4F89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5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20" Type="http://schemas.openxmlformats.org/officeDocument/2006/relationships/slide" Target="slides/slide13.xml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22" Type="http://schemas.openxmlformats.org/officeDocument/2006/relationships/slide" Target="slides/slide15.xml"/><Relationship Id="rId44" Type="http://schemas.openxmlformats.org/officeDocument/2006/relationships/font" Target="fonts/AfacadFluxSemiBold-regular.fntdata"/><Relationship Id="rId21" Type="http://schemas.openxmlformats.org/officeDocument/2006/relationships/slide" Target="slides/slide14.xml"/><Relationship Id="rId43" Type="http://schemas.openxmlformats.org/officeDocument/2006/relationships/font" Target="fonts/Inter-boldItalic.fntdata"/><Relationship Id="rId24" Type="http://schemas.openxmlformats.org/officeDocument/2006/relationships/slide" Target="slides/slide17.xml"/><Relationship Id="rId46" Type="http://schemas.openxmlformats.org/officeDocument/2006/relationships/font" Target="fonts/InterBlack-bold.fntdata"/><Relationship Id="rId23" Type="http://schemas.openxmlformats.org/officeDocument/2006/relationships/slide" Target="slides/slide16.xml"/><Relationship Id="rId45" Type="http://schemas.openxmlformats.org/officeDocument/2006/relationships/font" Target="fonts/AfacadFluxSemi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InterBlack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InterSemiBold-bold.fntdata"/><Relationship Id="rId12" Type="http://schemas.openxmlformats.org/officeDocument/2006/relationships/slide" Target="slides/slide5.xml"/><Relationship Id="rId34" Type="http://schemas.openxmlformats.org/officeDocument/2006/relationships/font" Target="fonts/InterSemiBold-regular.fntdata"/><Relationship Id="rId15" Type="http://schemas.openxmlformats.org/officeDocument/2006/relationships/slide" Target="slides/slide8.xml"/><Relationship Id="rId37" Type="http://schemas.openxmlformats.org/officeDocument/2006/relationships/font" Target="fonts/InterSemiBold-boldItalic.fntdata"/><Relationship Id="rId14" Type="http://schemas.openxmlformats.org/officeDocument/2006/relationships/slide" Target="slides/slide7.xml"/><Relationship Id="rId36" Type="http://schemas.openxmlformats.org/officeDocument/2006/relationships/font" Target="fonts/InterSemiBold-italic.fntdata"/><Relationship Id="rId17" Type="http://schemas.openxmlformats.org/officeDocument/2006/relationships/slide" Target="slides/slide10.xml"/><Relationship Id="rId39" Type="http://schemas.openxmlformats.org/officeDocument/2006/relationships/font" Target="fonts/AfacadFlux-bold.fntdata"/><Relationship Id="rId16" Type="http://schemas.openxmlformats.org/officeDocument/2006/relationships/slide" Target="slides/slide9.xml"/><Relationship Id="rId38" Type="http://schemas.openxmlformats.org/officeDocument/2006/relationships/font" Target="fonts/AfacadFlux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1ebe3c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71ebe3c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71ebe3cd05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71ebe3cd05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71ebe3cd05_0_1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71ebe3cd05_0_1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Draft, yes it sucks. Will put in a map of stores with pins and change background color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71ebe3cd05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71ebe3cd05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728b80f06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728b80f06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71ebe3cd05_0_1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71ebe3cd05_0_1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28b80f06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728b80f06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728b80f06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728b80f06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728b80f06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728b80f06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71ebe3cd05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71ebe3cd05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450dc81ab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450dc81a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450dc81ab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450dc81ab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71ebe3cd05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71ebe3cd05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72bbc24de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72bbc24de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72bbc24de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72bbc24de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71ebe3cd05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71ebe3cd05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71ebe3cd05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71ebe3cd05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71ebe3cd05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71ebe3cd05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72bbc24de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72bbc24de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72bbc24de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72bbc24de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71ebe3cd05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71ebe3cd05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72bbc24de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72bbc24de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72bbc24de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72bbc24de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72bbc24de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72bbc24de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71ebe3cd05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71ebe3cd05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71ebe3cd05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71ebe3cd05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3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457200"/>
            <a:ext cx="8686800" cy="16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228600" y="2006175"/>
            <a:ext cx="4346700" cy="3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3" type="subTitle"/>
          </p:nvPr>
        </p:nvSpPr>
        <p:spPr>
          <a:xfrm>
            <a:off x="228600" y="4843625"/>
            <a:ext cx="6491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 rot="-5400000">
            <a:off x="7665000" y="3204727"/>
            <a:ext cx="2112000" cy="846000"/>
          </a:xfrm>
          <a:prstGeom prst="round2SameRect">
            <a:avLst>
              <a:gd fmla="val 456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1" name="Google Shape;61;p14"/>
          <p:cNvSpPr/>
          <p:nvPr/>
        </p:nvSpPr>
        <p:spPr>
          <a:xfrm rot="5400000">
            <a:off x="-633000" y="3204773"/>
            <a:ext cx="2112000" cy="846000"/>
          </a:xfrm>
          <a:prstGeom prst="round2SameRect">
            <a:avLst>
              <a:gd fmla="val 456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2" name="Google Shape;62;p14"/>
          <p:cNvSpPr/>
          <p:nvPr>
            <p:ph idx="5" type="pic"/>
          </p:nvPr>
        </p:nvSpPr>
        <p:spPr>
          <a:xfrm>
            <a:off x="976800" y="2569464"/>
            <a:ext cx="7190400" cy="211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" name="Google Shape;63;p14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 u="sng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BLANK_1_2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69" name="Google Shape;69;p15"/>
          <p:cNvSpPr/>
          <p:nvPr>
            <p:ph idx="3" type="pic"/>
          </p:nvPr>
        </p:nvSpPr>
        <p:spPr>
          <a:xfrm>
            <a:off x="6813900" y="1895400"/>
            <a:ext cx="2101500" cy="2788200"/>
          </a:xfrm>
          <a:prstGeom prst="roundRect">
            <a:avLst>
              <a:gd fmla="val 10417" name="adj"/>
            </a:avLst>
          </a:prstGeom>
          <a:noFill/>
          <a:ln>
            <a:noFill/>
          </a:ln>
        </p:spPr>
      </p:sp>
      <p:sp>
        <p:nvSpPr>
          <p:cNvPr id="70" name="Google Shape;70;p15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5"/>
          <p:cNvSpPr txBox="1"/>
          <p:nvPr>
            <p:ph idx="4" type="body"/>
          </p:nvPr>
        </p:nvSpPr>
        <p:spPr>
          <a:xfrm>
            <a:off x="229175" y="1895400"/>
            <a:ext cx="2834100" cy="14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73" name="Google Shape;73;p15"/>
          <p:cNvSpPr txBox="1"/>
          <p:nvPr>
            <p:ph idx="5" type="subTitle"/>
          </p:nvPr>
        </p:nvSpPr>
        <p:spPr>
          <a:xfrm>
            <a:off x="3174375" y="3793975"/>
            <a:ext cx="1350900" cy="3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6" type="subTitle"/>
          </p:nvPr>
        </p:nvSpPr>
        <p:spPr>
          <a:xfrm>
            <a:off x="4618950" y="3793975"/>
            <a:ext cx="1350900" cy="3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7" type="subTitle"/>
          </p:nvPr>
        </p:nvSpPr>
        <p:spPr>
          <a:xfrm>
            <a:off x="4642725" y="4201375"/>
            <a:ext cx="13509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6" name="Google Shape;76;p15"/>
          <p:cNvSpPr txBox="1"/>
          <p:nvPr>
            <p:ph idx="8" type="subTitle"/>
          </p:nvPr>
        </p:nvSpPr>
        <p:spPr>
          <a:xfrm>
            <a:off x="3174375" y="4201375"/>
            <a:ext cx="13509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7" name="Google Shape;77;p15"/>
          <p:cNvSpPr txBox="1"/>
          <p:nvPr>
            <p:ph idx="9" type="subTitle"/>
          </p:nvPr>
        </p:nvSpPr>
        <p:spPr>
          <a:xfrm>
            <a:off x="3423600" y="2054000"/>
            <a:ext cx="3189600" cy="1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5"/>
          <p:cNvSpPr txBox="1"/>
          <p:nvPr>
            <p:ph idx="13" type="subTitle"/>
          </p:nvPr>
        </p:nvSpPr>
        <p:spPr>
          <a:xfrm>
            <a:off x="3423600" y="2894275"/>
            <a:ext cx="31896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CUSTOM_10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6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2_1_1_1_1_1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711275" y="1199100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228600" y="457200"/>
            <a:ext cx="4296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grpSp>
        <p:nvGrpSpPr>
          <p:cNvPr id="89" name="Google Shape;89;p17"/>
          <p:cNvGrpSpPr/>
          <p:nvPr/>
        </p:nvGrpSpPr>
        <p:grpSpPr>
          <a:xfrm rot="2700000">
            <a:off x="237956" y="1326863"/>
            <a:ext cx="250839" cy="250839"/>
            <a:chOff x="6251786" y="659047"/>
            <a:chExt cx="250842" cy="250842"/>
          </a:xfrm>
        </p:grpSpPr>
        <p:sp>
          <p:nvSpPr>
            <p:cNvPr id="90" name="Google Shape;90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 rot="2700000">
            <a:off x="237956" y="2004275"/>
            <a:ext cx="250839" cy="250839"/>
            <a:chOff x="6251786" y="659047"/>
            <a:chExt cx="250842" cy="250842"/>
          </a:xfrm>
        </p:grpSpPr>
        <p:sp>
          <p:nvSpPr>
            <p:cNvPr id="94" name="Google Shape;94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7"/>
          <p:cNvGrpSpPr/>
          <p:nvPr/>
        </p:nvGrpSpPr>
        <p:grpSpPr>
          <a:xfrm rot="2700000">
            <a:off x="237956" y="2681688"/>
            <a:ext cx="250839" cy="250839"/>
            <a:chOff x="6251786" y="659047"/>
            <a:chExt cx="250842" cy="250842"/>
          </a:xfrm>
        </p:grpSpPr>
        <p:sp>
          <p:nvSpPr>
            <p:cNvPr id="98" name="Google Shape;98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7"/>
          <p:cNvGrpSpPr/>
          <p:nvPr/>
        </p:nvGrpSpPr>
        <p:grpSpPr>
          <a:xfrm rot="2700000">
            <a:off x="237956" y="3359100"/>
            <a:ext cx="250839" cy="250839"/>
            <a:chOff x="6251786" y="659047"/>
            <a:chExt cx="250842" cy="250842"/>
          </a:xfrm>
        </p:grpSpPr>
        <p:sp>
          <p:nvSpPr>
            <p:cNvPr id="102" name="Google Shape;102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7"/>
          <p:cNvGrpSpPr/>
          <p:nvPr/>
        </p:nvGrpSpPr>
        <p:grpSpPr>
          <a:xfrm rot="2700000">
            <a:off x="237956" y="4036513"/>
            <a:ext cx="250839" cy="250839"/>
            <a:chOff x="6251786" y="659047"/>
            <a:chExt cx="250842" cy="250842"/>
          </a:xfrm>
        </p:grpSpPr>
        <p:sp>
          <p:nvSpPr>
            <p:cNvPr id="106" name="Google Shape;106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9" name="Google Shape;109;p17"/>
          <p:cNvSpPr txBox="1"/>
          <p:nvPr>
            <p:ph idx="4" type="title"/>
          </p:nvPr>
        </p:nvSpPr>
        <p:spPr>
          <a:xfrm>
            <a:off x="711275" y="1914413"/>
            <a:ext cx="3813600" cy="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5" type="title"/>
          </p:nvPr>
        </p:nvSpPr>
        <p:spPr>
          <a:xfrm>
            <a:off x="711275" y="2629725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6" type="title"/>
          </p:nvPr>
        </p:nvSpPr>
        <p:spPr>
          <a:xfrm>
            <a:off x="711275" y="3345038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7" type="title"/>
          </p:nvPr>
        </p:nvSpPr>
        <p:spPr>
          <a:xfrm>
            <a:off x="711275" y="4060350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3" name="Google Shape;113;p17"/>
          <p:cNvSpPr/>
          <p:nvPr/>
        </p:nvSpPr>
        <p:spPr>
          <a:xfrm>
            <a:off x="6714486" y="3907975"/>
            <a:ext cx="1227600" cy="1227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630361" y="592650"/>
            <a:ext cx="2494200" cy="2494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/>
          <p:nvPr>
            <p:ph idx="8" type="pic"/>
          </p:nvPr>
        </p:nvSpPr>
        <p:spPr>
          <a:xfrm>
            <a:off x="5434100" y="2461125"/>
            <a:ext cx="1790700" cy="1790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17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chart">
  <p:cSld name="BLANK_1_1_1_1_1_1_1_1_1_1_1_1_1_1_1_3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2289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2" type="body"/>
          </p:nvPr>
        </p:nvSpPr>
        <p:spPr>
          <a:xfrm>
            <a:off x="228100" y="25767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21" name="Google Shape;121;p18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3" type="subTitle"/>
          </p:nvPr>
        </p:nvSpPr>
        <p:spPr>
          <a:xfrm>
            <a:off x="60823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4" type="subTitle"/>
          </p:nvPr>
        </p:nvSpPr>
        <p:spPr>
          <a:xfrm>
            <a:off x="31556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5" type="subTitle"/>
          </p:nvPr>
        </p:nvSpPr>
        <p:spPr>
          <a:xfrm>
            <a:off x="410400" y="29914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5" name="Google Shape;125;p18"/>
          <p:cNvSpPr txBox="1"/>
          <p:nvPr>
            <p:ph idx="6" type="subTitle"/>
          </p:nvPr>
        </p:nvSpPr>
        <p:spPr>
          <a:xfrm>
            <a:off x="1699750" y="2991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7" type="body"/>
          </p:nvPr>
        </p:nvSpPr>
        <p:spPr>
          <a:xfrm>
            <a:off x="228100" y="36279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27" name="Google Shape;127;p18"/>
          <p:cNvSpPr txBox="1"/>
          <p:nvPr>
            <p:ph idx="8" type="subTitle"/>
          </p:nvPr>
        </p:nvSpPr>
        <p:spPr>
          <a:xfrm>
            <a:off x="410400" y="40426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8" name="Google Shape;128;p18"/>
          <p:cNvSpPr txBox="1"/>
          <p:nvPr>
            <p:ph idx="9" type="subTitle"/>
          </p:nvPr>
        </p:nvSpPr>
        <p:spPr>
          <a:xfrm>
            <a:off x="1699750" y="4042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3" type="body"/>
          </p:nvPr>
        </p:nvSpPr>
        <p:spPr>
          <a:xfrm>
            <a:off x="3154800" y="25767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130" name="Google Shape;130;p18"/>
          <p:cNvSpPr txBox="1"/>
          <p:nvPr>
            <p:ph idx="14" type="subTitle"/>
          </p:nvPr>
        </p:nvSpPr>
        <p:spPr>
          <a:xfrm>
            <a:off x="3337100" y="29914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8"/>
          <p:cNvSpPr txBox="1"/>
          <p:nvPr>
            <p:ph idx="15" type="subTitle"/>
          </p:nvPr>
        </p:nvSpPr>
        <p:spPr>
          <a:xfrm>
            <a:off x="4626450" y="2991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16" type="body"/>
          </p:nvPr>
        </p:nvSpPr>
        <p:spPr>
          <a:xfrm>
            <a:off x="3154800" y="36279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3" name="Google Shape;133;p18"/>
          <p:cNvSpPr txBox="1"/>
          <p:nvPr>
            <p:ph idx="17" type="subTitle"/>
          </p:nvPr>
        </p:nvSpPr>
        <p:spPr>
          <a:xfrm>
            <a:off x="3337100" y="40426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18"/>
          <p:cNvSpPr txBox="1"/>
          <p:nvPr>
            <p:ph idx="18" type="subTitle"/>
          </p:nvPr>
        </p:nvSpPr>
        <p:spPr>
          <a:xfrm>
            <a:off x="4626450" y="4042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5" name="Google Shape;135;p18"/>
          <p:cNvSpPr txBox="1"/>
          <p:nvPr>
            <p:ph idx="19" type="body"/>
          </p:nvPr>
        </p:nvSpPr>
        <p:spPr>
          <a:xfrm>
            <a:off x="6081500" y="25767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6" name="Google Shape;136;p18"/>
          <p:cNvSpPr txBox="1"/>
          <p:nvPr>
            <p:ph idx="20" type="subTitle"/>
          </p:nvPr>
        </p:nvSpPr>
        <p:spPr>
          <a:xfrm>
            <a:off x="6263800" y="29914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18"/>
          <p:cNvSpPr txBox="1"/>
          <p:nvPr>
            <p:ph idx="21" type="subTitle"/>
          </p:nvPr>
        </p:nvSpPr>
        <p:spPr>
          <a:xfrm>
            <a:off x="7553150" y="2991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2" type="body"/>
          </p:nvPr>
        </p:nvSpPr>
        <p:spPr>
          <a:xfrm>
            <a:off x="6081500" y="36279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9" name="Google Shape;139;p18"/>
          <p:cNvSpPr txBox="1"/>
          <p:nvPr>
            <p:ph idx="23" type="subTitle"/>
          </p:nvPr>
        </p:nvSpPr>
        <p:spPr>
          <a:xfrm>
            <a:off x="6263800" y="40426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18"/>
          <p:cNvSpPr txBox="1"/>
          <p:nvPr>
            <p:ph idx="24" type="subTitle"/>
          </p:nvPr>
        </p:nvSpPr>
        <p:spPr>
          <a:xfrm>
            <a:off x="7553150" y="4042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25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26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">
  <p:cSld name="CUSTOM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228600" y="457200"/>
            <a:ext cx="5760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228600" y="1895400"/>
            <a:ext cx="28347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9"/>
          <p:cNvSpPr txBox="1"/>
          <p:nvPr>
            <p:ph idx="2" type="body"/>
          </p:nvPr>
        </p:nvSpPr>
        <p:spPr>
          <a:xfrm>
            <a:off x="315465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49" name="Google Shape;149;p19"/>
          <p:cNvSpPr txBox="1"/>
          <p:nvPr>
            <p:ph idx="3" type="body"/>
          </p:nvPr>
        </p:nvSpPr>
        <p:spPr>
          <a:xfrm>
            <a:off x="461670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0" name="Google Shape;150;p19"/>
          <p:cNvSpPr txBox="1"/>
          <p:nvPr>
            <p:ph idx="4" type="body"/>
          </p:nvPr>
        </p:nvSpPr>
        <p:spPr>
          <a:xfrm>
            <a:off x="607875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9"/>
          <p:cNvSpPr txBox="1"/>
          <p:nvPr>
            <p:ph idx="5" type="body"/>
          </p:nvPr>
        </p:nvSpPr>
        <p:spPr>
          <a:xfrm>
            <a:off x="754080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9"/>
          <p:cNvSpPr txBox="1"/>
          <p:nvPr>
            <p:ph idx="6" type="subTitle"/>
          </p:nvPr>
        </p:nvSpPr>
        <p:spPr>
          <a:xfrm>
            <a:off x="3155275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7" type="subTitle"/>
          </p:nvPr>
        </p:nvSpPr>
        <p:spPr>
          <a:xfrm>
            <a:off x="4617950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8" type="subTitle"/>
          </p:nvPr>
        </p:nvSpPr>
        <p:spPr>
          <a:xfrm>
            <a:off x="6080625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9" type="subTitle"/>
          </p:nvPr>
        </p:nvSpPr>
        <p:spPr>
          <a:xfrm>
            <a:off x="7543300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3" type="subTitle"/>
          </p:nvPr>
        </p:nvSpPr>
        <p:spPr>
          <a:xfrm>
            <a:off x="3155275" y="1895400"/>
            <a:ext cx="2834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4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5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ALT 1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>
            <p:ph idx="2" type="pic"/>
          </p:nvPr>
        </p:nvSpPr>
        <p:spPr>
          <a:xfrm>
            <a:off x="6080425" y="457200"/>
            <a:ext cx="2482500" cy="4229400"/>
          </a:xfrm>
          <a:prstGeom prst="round2DiagRect">
            <a:avLst>
              <a:gd fmla="val 16589" name="adj1"/>
              <a:gd fmla="val 8414" name="adj2"/>
            </a:avLst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1" type="subTitle"/>
          </p:nvPr>
        </p:nvSpPr>
        <p:spPr>
          <a:xfrm>
            <a:off x="6311900" y="3871922"/>
            <a:ext cx="1974900" cy="4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3" type="subTitle"/>
          </p:nvPr>
        </p:nvSpPr>
        <p:spPr>
          <a:xfrm>
            <a:off x="6311900" y="4288217"/>
            <a:ext cx="19749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4" type="subTitle"/>
          </p:nvPr>
        </p:nvSpPr>
        <p:spPr>
          <a:xfrm>
            <a:off x="3307050" y="3090050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type="title"/>
          </p:nvPr>
        </p:nvSpPr>
        <p:spPr>
          <a:xfrm>
            <a:off x="228600" y="457200"/>
            <a:ext cx="57609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7" name="Google Shape;167;p20"/>
          <p:cNvSpPr txBox="1"/>
          <p:nvPr>
            <p:ph idx="5" type="body"/>
          </p:nvPr>
        </p:nvSpPr>
        <p:spPr>
          <a:xfrm>
            <a:off x="228600" y="1895400"/>
            <a:ext cx="28347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20"/>
          <p:cNvSpPr txBox="1"/>
          <p:nvPr>
            <p:ph idx="6" type="subTitle"/>
          </p:nvPr>
        </p:nvSpPr>
        <p:spPr>
          <a:xfrm>
            <a:off x="3307050" y="2115200"/>
            <a:ext cx="19749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9" name="Google Shape;169;p20"/>
          <p:cNvSpPr txBox="1"/>
          <p:nvPr>
            <p:ph idx="7" type="subTitle"/>
          </p:nvPr>
        </p:nvSpPr>
        <p:spPr>
          <a:xfrm>
            <a:off x="3307050" y="3517427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8" type="subTitle"/>
          </p:nvPr>
        </p:nvSpPr>
        <p:spPr>
          <a:xfrm>
            <a:off x="4618950" y="3090050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9" type="subTitle"/>
          </p:nvPr>
        </p:nvSpPr>
        <p:spPr>
          <a:xfrm>
            <a:off x="4618950" y="3517427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13" type="subTitle"/>
          </p:nvPr>
        </p:nvSpPr>
        <p:spPr>
          <a:xfrm>
            <a:off x="3307050" y="3840813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14" type="subTitle"/>
          </p:nvPr>
        </p:nvSpPr>
        <p:spPr>
          <a:xfrm>
            <a:off x="3307050" y="4268190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15" type="subTitle"/>
          </p:nvPr>
        </p:nvSpPr>
        <p:spPr>
          <a:xfrm>
            <a:off x="4618950" y="3840813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16" type="subTitle"/>
          </p:nvPr>
        </p:nvSpPr>
        <p:spPr>
          <a:xfrm>
            <a:off x="4618950" y="4268190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CUSTOM_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228600" y="1966725"/>
            <a:ext cx="2997300" cy="8289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83" name="Google Shape;183;p21"/>
          <p:cNvSpPr txBox="1"/>
          <p:nvPr>
            <p:ph idx="2" type="subTitle"/>
          </p:nvPr>
        </p:nvSpPr>
        <p:spPr>
          <a:xfrm>
            <a:off x="228600" y="1611825"/>
            <a:ext cx="2834700" cy="354900"/>
          </a:xfrm>
          <a:prstGeom prst="rect">
            <a:avLst/>
          </a:prstGeom>
        </p:spPr>
        <p:txBody>
          <a:bodyPr anchorCtr="0" anchor="t" bIns="9142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4" name="Google Shape;184;p21"/>
          <p:cNvSpPr txBox="1"/>
          <p:nvPr>
            <p:ph idx="3" type="subTitle"/>
          </p:nvPr>
        </p:nvSpPr>
        <p:spPr>
          <a:xfrm>
            <a:off x="228600" y="2876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9pPr>
          </a:lstStyle>
          <a:p/>
        </p:txBody>
      </p:sp>
      <p:sp>
        <p:nvSpPr>
          <p:cNvPr id="185" name="Google Shape;185;p21"/>
          <p:cNvSpPr txBox="1"/>
          <p:nvPr>
            <p:ph idx="4" type="subTitle"/>
          </p:nvPr>
        </p:nvSpPr>
        <p:spPr>
          <a:xfrm>
            <a:off x="228600" y="3158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6" name="Google Shape;186;p21"/>
          <p:cNvSpPr txBox="1"/>
          <p:nvPr>
            <p:ph idx="5" type="body"/>
          </p:nvPr>
        </p:nvSpPr>
        <p:spPr>
          <a:xfrm>
            <a:off x="6813900" y="1611825"/>
            <a:ext cx="2101500" cy="163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6" type="subTitle"/>
          </p:nvPr>
        </p:nvSpPr>
        <p:spPr>
          <a:xfrm>
            <a:off x="2329800" y="3937425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8" name="Google Shape;188;p21"/>
          <p:cNvSpPr txBox="1"/>
          <p:nvPr>
            <p:ph idx="7" type="subTitle"/>
          </p:nvPr>
        </p:nvSpPr>
        <p:spPr>
          <a:xfrm>
            <a:off x="23298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21"/>
          <p:cNvSpPr txBox="1"/>
          <p:nvPr>
            <p:ph idx="8" type="subTitle"/>
          </p:nvPr>
        </p:nvSpPr>
        <p:spPr>
          <a:xfrm>
            <a:off x="228600" y="3677848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9" type="subTitle"/>
          </p:nvPr>
        </p:nvSpPr>
        <p:spPr>
          <a:xfrm>
            <a:off x="228600" y="3937425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1" name="Google Shape;191;p21"/>
          <p:cNvSpPr txBox="1"/>
          <p:nvPr>
            <p:ph idx="13" type="subTitle"/>
          </p:nvPr>
        </p:nvSpPr>
        <p:spPr>
          <a:xfrm>
            <a:off x="2286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21"/>
          <p:cNvSpPr txBox="1"/>
          <p:nvPr>
            <p:ph idx="14" type="subTitle"/>
          </p:nvPr>
        </p:nvSpPr>
        <p:spPr>
          <a:xfrm>
            <a:off x="4328100" y="3937425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3" name="Google Shape;193;p21"/>
          <p:cNvSpPr txBox="1"/>
          <p:nvPr>
            <p:ph idx="15" type="subTitle"/>
          </p:nvPr>
        </p:nvSpPr>
        <p:spPr>
          <a:xfrm>
            <a:off x="43281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4" name="Google Shape;194;p21"/>
          <p:cNvSpPr txBox="1"/>
          <p:nvPr>
            <p:ph idx="16" type="subTitle"/>
          </p:nvPr>
        </p:nvSpPr>
        <p:spPr>
          <a:xfrm>
            <a:off x="6720000" y="3848538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17" type="subTitle"/>
          </p:nvPr>
        </p:nvSpPr>
        <p:spPr>
          <a:xfrm>
            <a:off x="67200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228600" y="457200"/>
            <a:ext cx="57609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97" name="Google Shape;197;p21"/>
          <p:cNvSpPr txBox="1"/>
          <p:nvPr>
            <p:ph idx="18" type="subTitle"/>
          </p:nvPr>
        </p:nvSpPr>
        <p:spPr>
          <a:xfrm>
            <a:off x="3337932" y="1966725"/>
            <a:ext cx="2834700" cy="8289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21"/>
          <p:cNvSpPr txBox="1"/>
          <p:nvPr>
            <p:ph idx="19" type="subTitle"/>
          </p:nvPr>
        </p:nvSpPr>
        <p:spPr>
          <a:xfrm>
            <a:off x="3337932" y="1611825"/>
            <a:ext cx="2834700" cy="354900"/>
          </a:xfrm>
          <a:prstGeom prst="rect">
            <a:avLst/>
          </a:prstGeom>
        </p:spPr>
        <p:txBody>
          <a:bodyPr anchorCtr="0" anchor="t" bIns="9142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1"/>
          <p:cNvSpPr txBox="1"/>
          <p:nvPr>
            <p:ph idx="20" type="subTitle"/>
          </p:nvPr>
        </p:nvSpPr>
        <p:spPr>
          <a:xfrm>
            <a:off x="3337932" y="2876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21"/>
          <p:cNvSpPr txBox="1"/>
          <p:nvPr>
            <p:ph idx="21" type="subTitle"/>
          </p:nvPr>
        </p:nvSpPr>
        <p:spPr>
          <a:xfrm>
            <a:off x="3337932" y="3158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01" name="Google Shape;201;p21"/>
          <p:cNvGrpSpPr/>
          <p:nvPr/>
        </p:nvGrpSpPr>
        <p:grpSpPr>
          <a:xfrm rot="2700000">
            <a:off x="6193285" y="4054405"/>
            <a:ext cx="250839" cy="250839"/>
            <a:chOff x="6251786" y="659047"/>
            <a:chExt cx="250842" cy="250842"/>
          </a:xfrm>
        </p:grpSpPr>
        <p:sp>
          <p:nvSpPr>
            <p:cNvPr id="202" name="Google Shape;202;p21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5" name="Google Shape;205;p21"/>
          <p:cNvSpPr txBox="1"/>
          <p:nvPr>
            <p:ph idx="2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06" name="Google Shape;206;p21"/>
          <p:cNvSpPr txBox="1"/>
          <p:nvPr>
            <p:ph idx="2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07" name="Google Shape;207;p21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cards">
  <p:cSld name="BLANK_1_1_1_1_1_1_1_1_1_1_1_1_1_1_1_1_1_2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>
            <p:ph idx="2" type="pic"/>
          </p:nvPr>
        </p:nvSpPr>
        <p:spPr>
          <a:xfrm>
            <a:off x="2604225" y="636025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1" name="Google Shape;211;p22"/>
          <p:cNvSpPr/>
          <p:nvPr>
            <p:ph idx="3" type="pic"/>
          </p:nvPr>
        </p:nvSpPr>
        <p:spPr>
          <a:xfrm>
            <a:off x="4799225" y="636025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2" name="Google Shape;212;p22"/>
          <p:cNvSpPr/>
          <p:nvPr>
            <p:ph idx="4" type="pic"/>
          </p:nvPr>
        </p:nvSpPr>
        <p:spPr>
          <a:xfrm>
            <a:off x="6994225" y="636025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3" name="Google Shape;213;p22"/>
          <p:cNvSpPr/>
          <p:nvPr>
            <p:ph idx="5" type="pic"/>
          </p:nvPr>
        </p:nvSpPr>
        <p:spPr>
          <a:xfrm>
            <a:off x="2604225" y="2794350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4" name="Google Shape;214;p22"/>
          <p:cNvSpPr/>
          <p:nvPr>
            <p:ph idx="6" type="pic"/>
          </p:nvPr>
        </p:nvSpPr>
        <p:spPr>
          <a:xfrm>
            <a:off x="4799225" y="2794350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5" name="Google Shape;215;p22"/>
          <p:cNvSpPr/>
          <p:nvPr>
            <p:ph idx="7" type="pic"/>
          </p:nvPr>
        </p:nvSpPr>
        <p:spPr>
          <a:xfrm>
            <a:off x="6994225" y="2794350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6" name="Google Shape;216;p22"/>
          <p:cNvSpPr txBox="1"/>
          <p:nvPr>
            <p:ph type="title"/>
          </p:nvPr>
        </p:nvSpPr>
        <p:spPr>
          <a:xfrm>
            <a:off x="228600" y="457200"/>
            <a:ext cx="2101200" cy="13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2423700" y="212717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8" type="subTitle"/>
          </p:nvPr>
        </p:nvSpPr>
        <p:spPr>
          <a:xfrm>
            <a:off x="2423700" y="1540276"/>
            <a:ext cx="2101200" cy="5748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9" type="subTitle"/>
          </p:nvPr>
        </p:nvSpPr>
        <p:spPr>
          <a:xfrm>
            <a:off x="2418750" y="4285050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3" type="subTitle"/>
          </p:nvPr>
        </p:nvSpPr>
        <p:spPr>
          <a:xfrm>
            <a:off x="2423700" y="3691554"/>
            <a:ext cx="2101200" cy="5760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22"/>
          <p:cNvSpPr txBox="1"/>
          <p:nvPr>
            <p:ph idx="14" type="subTitle"/>
          </p:nvPr>
        </p:nvSpPr>
        <p:spPr>
          <a:xfrm>
            <a:off x="4618800" y="212717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2"/>
          <p:cNvSpPr txBox="1"/>
          <p:nvPr>
            <p:ph idx="15" type="subTitle"/>
          </p:nvPr>
        </p:nvSpPr>
        <p:spPr>
          <a:xfrm>
            <a:off x="4618800" y="1540276"/>
            <a:ext cx="2101200" cy="5748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6" type="subTitle"/>
          </p:nvPr>
        </p:nvSpPr>
        <p:spPr>
          <a:xfrm>
            <a:off x="4613850" y="4288536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idx="17" type="subTitle"/>
          </p:nvPr>
        </p:nvSpPr>
        <p:spPr>
          <a:xfrm>
            <a:off x="4613825" y="3691554"/>
            <a:ext cx="2101200" cy="5760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18" type="subTitle"/>
          </p:nvPr>
        </p:nvSpPr>
        <p:spPr>
          <a:xfrm>
            <a:off x="6813963" y="212717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19" type="subTitle"/>
          </p:nvPr>
        </p:nvSpPr>
        <p:spPr>
          <a:xfrm>
            <a:off x="6816750" y="1540376"/>
            <a:ext cx="2101200" cy="5748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idx="20" type="subTitle"/>
          </p:nvPr>
        </p:nvSpPr>
        <p:spPr>
          <a:xfrm>
            <a:off x="6809013" y="4288536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2"/>
          <p:cNvSpPr txBox="1"/>
          <p:nvPr>
            <p:ph idx="21" type="subTitle"/>
          </p:nvPr>
        </p:nvSpPr>
        <p:spPr>
          <a:xfrm>
            <a:off x="6813888" y="3691554"/>
            <a:ext cx="2101200" cy="5760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2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2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ards">
  <p:cSld name="BLANK_1_1_1_1_1_1_1_1_1_1_1_1_1_1_1_2_1">
    <p:bg>
      <p:bgPr>
        <a:solidFill>
          <a:schemeClr val="dk2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type="title"/>
          </p:nvPr>
        </p:nvSpPr>
        <p:spPr>
          <a:xfrm>
            <a:off x="228600" y="457200"/>
            <a:ext cx="4296600" cy="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37" name="Google Shape;237;p23"/>
          <p:cNvSpPr/>
          <p:nvPr>
            <p:ph idx="2" type="pic"/>
          </p:nvPr>
        </p:nvSpPr>
        <p:spPr>
          <a:xfrm>
            <a:off x="424725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3"/>
          <p:cNvSpPr txBox="1"/>
          <p:nvPr>
            <p:ph idx="3" type="subTitle"/>
          </p:nvPr>
        </p:nvSpPr>
        <p:spPr>
          <a:xfrm>
            <a:off x="228450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9" name="Google Shape;239;p23"/>
          <p:cNvSpPr txBox="1"/>
          <p:nvPr>
            <p:ph idx="4" type="subTitle"/>
          </p:nvPr>
        </p:nvSpPr>
        <p:spPr>
          <a:xfrm>
            <a:off x="228450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23"/>
          <p:cNvSpPr txBox="1"/>
          <p:nvPr>
            <p:ph idx="5" type="body"/>
          </p:nvPr>
        </p:nvSpPr>
        <p:spPr>
          <a:xfrm>
            <a:off x="228450" y="3478500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23"/>
          <p:cNvSpPr/>
          <p:nvPr>
            <p:ph idx="6" type="pic"/>
          </p:nvPr>
        </p:nvSpPr>
        <p:spPr>
          <a:xfrm>
            <a:off x="2620050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3"/>
          <p:cNvSpPr txBox="1"/>
          <p:nvPr>
            <p:ph idx="7" type="subTitle"/>
          </p:nvPr>
        </p:nvSpPr>
        <p:spPr>
          <a:xfrm>
            <a:off x="2423775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3" name="Google Shape;243;p23"/>
          <p:cNvSpPr txBox="1"/>
          <p:nvPr>
            <p:ph idx="8" type="subTitle"/>
          </p:nvPr>
        </p:nvSpPr>
        <p:spPr>
          <a:xfrm>
            <a:off x="2423775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23"/>
          <p:cNvSpPr txBox="1"/>
          <p:nvPr>
            <p:ph idx="9" type="body"/>
          </p:nvPr>
        </p:nvSpPr>
        <p:spPr>
          <a:xfrm>
            <a:off x="2423775" y="3478500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23"/>
          <p:cNvSpPr/>
          <p:nvPr>
            <p:ph idx="13" type="pic"/>
          </p:nvPr>
        </p:nvSpPr>
        <p:spPr>
          <a:xfrm>
            <a:off x="4815375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3"/>
          <p:cNvSpPr txBox="1"/>
          <p:nvPr>
            <p:ph idx="14" type="subTitle"/>
          </p:nvPr>
        </p:nvSpPr>
        <p:spPr>
          <a:xfrm>
            <a:off x="4619100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7" name="Google Shape;247;p23"/>
          <p:cNvSpPr txBox="1"/>
          <p:nvPr>
            <p:ph idx="15" type="subTitle"/>
          </p:nvPr>
        </p:nvSpPr>
        <p:spPr>
          <a:xfrm>
            <a:off x="4619100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8" name="Google Shape;248;p23"/>
          <p:cNvSpPr txBox="1"/>
          <p:nvPr>
            <p:ph idx="16" type="body"/>
          </p:nvPr>
        </p:nvSpPr>
        <p:spPr>
          <a:xfrm>
            <a:off x="4619100" y="3478500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23"/>
          <p:cNvSpPr/>
          <p:nvPr>
            <p:ph idx="17" type="pic"/>
          </p:nvPr>
        </p:nvSpPr>
        <p:spPr>
          <a:xfrm>
            <a:off x="7010700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3"/>
          <p:cNvSpPr txBox="1"/>
          <p:nvPr>
            <p:ph idx="18" type="subTitle"/>
          </p:nvPr>
        </p:nvSpPr>
        <p:spPr>
          <a:xfrm>
            <a:off x="6814425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1" name="Google Shape;251;p23"/>
          <p:cNvSpPr txBox="1"/>
          <p:nvPr>
            <p:ph idx="19" type="subTitle"/>
          </p:nvPr>
        </p:nvSpPr>
        <p:spPr>
          <a:xfrm>
            <a:off x="6814425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2" name="Google Shape;252;p23"/>
          <p:cNvSpPr txBox="1"/>
          <p:nvPr>
            <p:ph idx="20" type="body"/>
          </p:nvPr>
        </p:nvSpPr>
        <p:spPr>
          <a:xfrm>
            <a:off x="6814425" y="3461064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23"/>
          <p:cNvSpPr txBox="1"/>
          <p:nvPr>
            <p:ph idx="2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3"/>
          <p:cNvSpPr txBox="1"/>
          <p:nvPr>
            <p:ph idx="2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2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ards - ALT">
  <p:cSld name="BLANK_1_1_1_1_1_1_1_1_1_1_1_1_1_1_1_2_1_1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>
            <p:ph idx="2" type="pic"/>
          </p:nvPr>
        </p:nvSpPr>
        <p:spPr>
          <a:xfrm>
            <a:off x="3907788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4"/>
          <p:cNvSpPr/>
          <p:nvPr>
            <p:ph idx="3" type="pic"/>
          </p:nvPr>
        </p:nvSpPr>
        <p:spPr>
          <a:xfrm>
            <a:off x="6099275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4"/>
          <p:cNvSpPr/>
          <p:nvPr>
            <p:ph idx="4" type="pic"/>
          </p:nvPr>
        </p:nvSpPr>
        <p:spPr>
          <a:xfrm>
            <a:off x="8290763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4"/>
          <p:cNvSpPr/>
          <p:nvPr>
            <p:ph idx="5" type="pic"/>
          </p:nvPr>
        </p:nvSpPr>
        <p:spPr>
          <a:xfrm>
            <a:off x="3399288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4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24"/>
          <p:cNvSpPr txBox="1"/>
          <p:nvPr>
            <p:ph idx="6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24"/>
          <p:cNvSpPr txBox="1"/>
          <p:nvPr>
            <p:ph type="title"/>
          </p:nvPr>
        </p:nvSpPr>
        <p:spPr>
          <a:xfrm>
            <a:off x="228600" y="457200"/>
            <a:ext cx="4296600" cy="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65" name="Google Shape;265;p24"/>
          <p:cNvSpPr txBox="1"/>
          <p:nvPr>
            <p:ph idx="7" type="subTitle"/>
          </p:nvPr>
        </p:nvSpPr>
        <p:spPr>
          <a:xfrm>
            <a:off x="228450" y="1983900"/>
            <a:ext cx="14880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66" name="Google Shape;266;p24"/>
          <p:cNvSpPr txBox="1"/>
          <p:nvPr>
            <p:ph idx="8" type="body"/>
          </p:nvPr>
        </p:nvSpPr>
        <p:spPr>
          <a:xfrm>
            <a:off x="228450" y="2668644"/>
            <a:ext cx="2101200" cy="19392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" name="Google Shape;267;p24"/>
          <p:cNvSpPr txBox="1"/>
          <p:nvPr>
            <p:ph idx="9" type="subTitle"/>
          </p:nvPr>
        </p:nvSpPr>
        <p:spPr>
          <a:xfrm>
            <a:off x="2423200" y="1983900"/>
            <a:ext cx="9762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68" name="Google Shape;268;p24"/>
          <p:cNvSpPr txBox="1"/>
          <p:nvPr>
            <p:ph idx="13" type="body"/>
          </p:nvPr>
        </p:nvSpPr>
        <p:spPr>
          <a:xfrm>
            <a:off x="2423775" y="2668644"/>
            <a:ext cx="2101200" cy="19392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9" name="Google Shape;269;p24"/>
          <p:cNvSpPr txBox="1"/>
          <p:nvPr>
            <p:ph idx="14" type="subTitle"/>
          </p:nvPr>
        </p:nvSpPr>
        <p:spPr>
          <a:xfrm>
            <a:off x="4617950" y="1983900"/>
            <a:ext cx="14880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70" name="Google Shape;270;p24"/>
          <p:cNvSpPr txBox="1"/>
          <p:nvPr>
            <p:ph idx="15" type="body"/>
          </p:nvPr>
        </p:nvSpPr>
        <p:spPr>
          <a:xfrm>
            <a:off x="4619100" y="2668644"/>
            <a:ext cx="2101200" cy="19392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71" name="Google Shape;271;p24"/>
          <p:cNvSpPr txBox="1"/>
          <p:nvPr>
            <p:ph idx="16" type="subTitle"/>
          </p:nvPr>
        </p:nvSpPr>
        <p:spPr>
          <a:xfrm>
            <a:off x="6812125" y="1983900"/>
            <a:ext cx="14763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72" name="Google Shape;272;p24"/>
          <p:cNvSpPr txBox="1"/>
          <p:nvPr>
            <p:ph idx="17" type="body"/>
          </p:nvPr>
        </p:nvSpPr>
        <p:spPr>
          <a:xfrm>
            <a:off x="6814225" y="2668650"/>
            <a:ext cx="2101200" cy="20154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24"/>
          <p:cNvSpPr/>
          <p:nvPr>
            <p:ph idx="18" type="pic"/>
          </p:nvPr>
        </p:nvSpPr>
        <p:spPr>
          <a:xfrm>
            <a:off x="1716300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4"/>
          <p:cNvSpPr/>
          <p:nvPr/>
        </p:nvSpPr>
        <p:spPr>
          <a:xfrm rot="10800000">
            <a:off x="8637300" y="457200"/>
            <a:ext cx="278100" cy="27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5" name="Google Shape;275;p24"/>
          <p:cNvGrpSpPr/>
          <p:nvPr/>
        </p:nvGrpSpPr>
        <p:grpSpPr>
          <a:xfrm rot="10800000">
            <a:off x="8694334" y="513115"/>
            <a:ext cx="163248" cy="163248"/>
            <a:chOff x="6251786" y="659047"/>
            <a:chExt cx="250842" cy="250842"/>
          </a:xfrm>
        </p:grpSpPr>
        <p:sp>
          <p:nvSpPr>
            <p:cNvPr id="276" name="Google Shape;276;p24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9" name="Google Shape;279;p24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hree storyboards ALT 2">
  <p:cSld name="BLANK_1_1_1_1_1_1_1_1_1_1_1_1_1_1_1_1_1_1">
    <p:bg>
      <p:bgPr>
        <a:solidFill>
          <a:schemeClr val="dk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>
            <p:ph idx="2" type="pic"/>
          </p:nvPr>
        </p:nvSpPr>
        <p:spPr>
          <a:xfrm>
            <a:off x="2423700" y="457200"/>
            <a:ext cx="2101200" cy="4226400"/>
          </a:xfrm>
          <a:prstGeom prst="round2DiagRect">
            <a:avLst>
              <a:gd fmla="val 16667" name="adj1"/>
              <a:gd fmla="val 4331" name="adj2"/>
            </a:avLst>
          </a:prstGeom>
          <a:noFill/>
          <a:ln>
            <a:noFill/>
          </a:ln>
        </p:spPr>
      </p:sp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2423700" y="3632000"/>
            <a:ext cx="2101200" cy="8037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25"/>
          <p:cNvSpPr txBox="1"/>
          <p:nvPr>
            <p:ph idx="3" type="subTitle"/>
          </p:nvPr>
        </p:nvSpPr>
        <p:spPr>
          <a:xfrm>
            <a:off x="2621850" y="707500"/>
            <a:ext cx="1722000" cy="4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5"/>
          <p:cNvSpPr txBox="1"/>
          <p:nvPr>
            <p:ph type="title"/>
          </p:nvPr>
        </p:nvSpPr>
        <p:spPr>
          <a:xfrm>
            <a:off x="228600" y="457200"/>
            <a:ext cx="21012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86" name="Google Shape;286;p25"/>
          <p:cNvSpPr/>
          <p:nvPr>
            <p:ph idx="4" type="pic"/>
          </p:nvPr>
        </p:nvSpPr>
        <p:spPr>
          <a:xfrm>
            <a:off x="4618800" y="457200"/>
            <a:ext cx="2101200" cy="4226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87" name="Google Shape;287;p25"/>
          <p:cNvSpPr txBox="1"/>
          <p:nvPr>
            <p:ph idx="5" type="body"/>
          </p:nvPr>
        </p:nvSpPr>
        <p:spPr>
          <a:xfrm>
            <a:off x="4618800" y="3632000"/>
            <a:ext cx="2101200" cy="8037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6" type="subTitle"/>
          </p:nvPr>
        </p:nvSpPr>
        <p:spPr>
          <a:xfrm>
            <a:off x="4816950" y="707500"/>
            <a:ext cx="1722000" cy="4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9" name="Google Shape;289;p25"/>
          <p:cNvSpPr/>
          <p:nvPr>
            <p:ph idx="7" type="pic"/>
          </p:nvPr>
        </p:nvSpPr>
        <p:spPr>
          <a:xfrm>
            <a:off x="6813900" y="457200"/>
            <a:ext cx="2101200" cy="4226400"/>
          </a:xfrm>
          <a:prstGeom prst="round2DiagRect">
            <a:avLst>
              <a:gd fmla="val 4790" name="adj1"/>
              <a:gd fmla="val 16652" name="adj2"/>
            </a:avLst>
          </a:prstGeom>
          <a:noFill/>
          <a:ln>
            <a:noFill/>
          </a:ln>
        </p:spPr>
      </p:sp>
      <p:sp>
        <p:nvSpPr>
          <p:cNvPr id="290" name="Google Shape;290;p25"/>
          <p:cNvSpPr txBox="1"/>
          <p:nvPr>
            <p:ph idx="8" type="body"/>
          </p:nvPr>
        </p:nvSpPr>
        <p:spPr>
          <a:xfrm>
            <a:off x="6813900" y="3632000"/>
            <a:ext cx="2101200" cy="8037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9" type="subTitle"/>
          </p:nvPr>
        </p:nvSpPr>
        <p:spPr>
          <a:xfrm>
            <a:off x="7012050" y="707500"/>
            <a:ext cx="1722000" cy="4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13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1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25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BLANK_1_1_1_1_1_1_1_1_1_1_1_1_1_1_1_1_1_1_3">
    <p:bg>
      <p:bgPr>
        <a:solidFill>
          <a:schemeClr val="dk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2423700" y="3866575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2" type="body"/>
          </p:nvPr>
        </p:nvSpPr>
        <p:spPr>
          <a:xfrm>
            <a:off x="6080700" y="386658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3" type="subTitle"/>
          </p:nvPr>
        </p:nvSpPr>
        <p:spPr>
          <a:xfrm>
            <a:off x="228600" y="386658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4" type="body"/>
          </p:nvPr>
        </p:nvSpPr>
        <p:spPr>
          <a:xfrm>
            <a:off x="2423700" y="2870775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5" type="body"/>
          </p:nvPr>
        </p:nvSpPr>
        <p:spPr>
          <a:xfrm>
            <a:off x="6080700" y="2870773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6" type="subTitle"/>
          </p:nvPr>
        </p:nvSpPr>
        <p:spPr>
          <a:xfrm>
            <a:off x="228600" y="2870773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7" type="body"/>
          </p:nvPr>
        </p:nvSpPr>
        <p:spPr>
          <a:xfrm>
            <a:off x="2423700" y="1864324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8" type="body"/>
          </p:nvPr>
        </p:nvSpPr>
        <p:spPr>
          <a:xfrm>
            <a:off x="6080700" y="186433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9" type="subTitle"/>
          </p:nvPr>
        </p:nvSpPr>
        <p:spPr>
          <a:xfrm>
            <a:off x="228600" y="186433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3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26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4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/>
          <p:nvPr>
            <p:ph idx="2" type="pic"/>
          </p:nvPr>
        </p:nvSpPr>
        <p:spPr>
          <a:xfrm>
            <a:off x="228525" y="3337900"/>
            <a:ext cx="4296600" cy="157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3" name="Google Shape;313;p27"/>
          <p:cNvSpPr txBox="1"/>
          <p:nvPr>
            <p:ph type="title"/>
          </p:nvPr>
        </p:nvSpPr>
        <p:spPr>
          <a:xfrm>
            <a:off x="228600" y="457200"/>
            <a:ext cx="4296600" cy="17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14" name="Google Shape;314;p27"/>
          <p:cNvSpPr/>
          <p:nvPr/>
        </p:nvSpPr>
        <p:spPr>
          <a:xfrm>
            <a:off x="4665600" y="3337800"/>
            <a:ext cx="4296600" cy="1574400"/>
          </a:xfrm>
          <a:prstGeom prst="roundRect">
            <a:avLst>
              <a:gd fmla="val 227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7"/>
          <p:cNvSpPr/>
          <p:nvPr>
            <p:ph idx="3" type="pic"/>
          </p:nvPr>
        </p:nvSpPr>
        <p:spPr>
          <a:xfrm>
            <a:off x="4788749" y="3489346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316" name="Google Shape;316;p27"/>
          <p:cNvSpPr txBox="1"/>
          <p:nvPr>
            <p:ph idx="1" type="subTitle"/>
          </p:nvPr>
        </p:nvSpPr>
        <p:spPr>
          <a:xfrm>
            <a:off x="5725725" y="3489356"/>
            <a:ext cx="25938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27"/>
          <p:cNvSpPr txBox="1"/>
          <p:nvPr>
            <p:ph idx="4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27"/>
          <p:cNvSpPr txBox="1"/>
          <p:nvPr>
            <p:ph idx="5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27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CUSTOM_4">
    <p:bg>
      <p:bgPr>
        <a:solidFill>
          <a:schemeClr val="dk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/>
          <p:nvPr>
            <p:ph idx="2" type="pic"/>
          </p:nvPr>
        </p:nvSpPr>
        <p:spPr>
          <a:xfrm>
            <a:off x="6847700" y="457200"/>
            <a:ext cx="2075700" cy="200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3" name="Google Shape;323;p28"/>
          <p:cNvSpPr/>
          <p:nvPr>
            <p:ph idx="3" type="pic"/>
          </p:nvPr>
        </p:nvSpPr>
        <p:spPr>
          <a:xfrm>
            <a:off x="4619775" y="2651760"/>
            <a:ext cx="2075700" cy="202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4" name="Google Shape;324;p28"/>
          <p:cNvSpPr txBox="1"/>
          <p:nvPr>
            <p:ph idx="1" type="subTitle"/>
          </p:nvPr>
        </p:nvSpPr>
        <p:spPr>
          <a:xfrm>
            <a:off x="228600" y="458200"/>
            <a:ext cx="42963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facad Flux SemiBold"/>
              <a:buNone/>
              <a:defRPr sz="180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8"/>
          <p:cNvSpPr txBox="1"/>
          <p:nvPr>
            <p:ph type="title"/>
          </p:nvPr>
        </p:nvSpPr>
        <p:spPr>
          <a:xfrm>
            <a:off x="228600" y="1478100"/>
            <a:ext cx="4296300" cy="21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facad Flux"/>
              <a:buNone/>
              <a:defRPr sz="4400">
                <a:solidFill>
                  <a:schemeClr val="lt2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6" name="Google Shape;326;p28"/>
          <p:cNvSpPr txBox="1"/>
          <p:nvPr>
            <p:ph idx="4" type="subTitle"/>
          </p:nvPr>
        </p:nvSpPr>
        <p:spPr>
          <a:xfrm>
            <a:off x="4618950" y="1625800"/>
            <a:ext cx="20928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5" type="subTitle"/>
          </p:nvPr>
        </p:nvSpPr>
        <p:spPr>
          <a:xfrm>
            <a:off x="6840713" y="380380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8" name="Google Shape;328;p28"/>
          <p:cNvSpPr txBox="1"/>
          <p:nvPr>
            <p:ph idx="6" type="subTitle"/>
          </p:nvPr>
        </p:nvSpPr>
        <p:spPr>
          <a:xfrm>
            <a:off x="4620813" y="380380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 sz="18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8"/>
          <p:cNvSpPr txBox="1"/>
          <p:nvPr>
            <p:ph idx="7" type="subTitle"/>
          </p:nvPr>
        </p:nvSpPr>
        <p:spPr>
          <a:xfrm>
            <a:off x="6848750" y="163285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 sz="18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idx="8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9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28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3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/>
          <p:nvPr>
            <p:ph type="title"/>
          </p:nvPr>
        </p:nvSpPr>
        <p:spPr>
          <a:xfrm>
            <a:off x="228600" y="457200"/>
            <a:ext cx="2834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36" name="Google Shape;336;p29"/>
          <p:cNvSpPr/>
          <p:nvPr>
            <p:ph idx="2" type="pic"/>
          </p:nvPr>
        </p:nvSpPr>
        <p:spPr>
          <a:xfrm>
            <a:off x="4618950" y="2127025"/>
            <a:ext cx="2095500" cy="2556600"/>
          </a:xfrm>
          <a:prstGeom prst="round2DiagRect">
            <a:avLst>
              <a:gd fmla="val 6123" name="adj1"/>
              <a:gd fmla="val 17325" name="adj2"/>
            </a:avLst>
          </a:prstGeom>
          <a:noFill/>
          <a:ln>
            <a:noFill/>
          </a:ln>
        </p:spPr>
      </p:sp>
      <p:sp>
        <p:nvSpPr>
          <p:cNvPr id="337" name="Google Shape;337;p29"/>
          <p:cNvSpPr txBox="1"/>
          <p:nvPr>
            <p:ph idx="1" type="subTitle"/>
          </p:nvPr>
        </p:nvSpPr>
        <p:spPr>
          <a:xfrm>
            <a:off x="416800" y="2248625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38" name="Google Shape;338;p29"/>
          <p:cNvSpPr txBox="1"/>
          <p:nvPr>
            <p:ph idx="3" type="subTitle"/>
          </p:nvPr>
        </p:nvSpPr>
        <p:spPr>
          <a:xfrm>
            <a:off x="2612000" y="2248622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4" type="subTitle"/>
          </p:nvPr>
        </p:nvSpPr>
        <p:spPr>
          <a:xfrm>
            <a:off x="7002400" y="2248622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5" type="subTitle"/>
          </p:nvPr>
        </p:nvSpPr>
        <p:spPr>
          <a:xfrm>
            <a:off x="292150" y="1448425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idx="6" type="subTitle"/>
          </p:nvPr>
        </p:nvSpPr>
        <p:spPr>
          <a:xfrm>
            <a:off x="2496825" y="1448413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7" type="subTitle"/>
          </p:nvPr>
        </p:nvSpPr>
        <p:spPr>
          <a:xfrm>
            <a:off x="4701500" y="1448413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8" type="subTitle"/>
          </p:nvPr>
        </p:nvSpPr>
        <p:spPr>
          <a:xfrm>
            <a:off x="6879000" y="1448363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9" type="subTitle"/>
          </p:nvPr>
        </p:nvSpPr>
        <p:spPr>
          <a:xfrm>
            <a:off x="4807200" y="2248622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facad Flux SemiBold"/>
              <a:buNone/>
              <a:defRPr sz="1800">
                <a:solidFill>
                  <a:schemeClr val="accent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45" name="Google Shape;345;p29"/>
          <p:cNvSpPr txBox="1"/>
          <p:nvPr>
            <p:ph idx="13" type="body"/>
          </p:nvPr>
        </p:nvSpPr>
        <p:spPr>
          <a:xfrm>
            <a:off x="416800" y="2596875"/>
            <a:ext cx="17190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4" type="body"/>
          </p:nvPr>
        </p:nvSpPr>
        <p:spPr>
          <a:xfrm>
            <a:off x="2612000" y="2596875"/>
            <a:ext cx="17190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7" name="Google Shape;347;p29"/>
          <p:cNvSpPr txBox="1"/>
          <p:nvPr>
            <p:ph idx="15" type="body"/>
          </p:nvPr>
        </p:nvSpPr>
        <p:spPr>
          <a:xfrm>
            <a:off x="4807200" y="2723100"/>
            <a:ext cx="1719000" cy="14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6" type="body"/>
          </p:nvPr>
        </p:nvSpPr>
        <p:spPr>
          <a:xfrm>
            <a:off x="7002404" y="2535463"/>
            <a:ext cx="17190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50" name="Google Shape;350;p29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51" name="Google Shape;351;p29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wth">
  <p:cSld name="CUSTOM_5">
    <p:bg>
      <p:bgPr>
        <a:solidFill>
          <a:schemeClr val="dk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1" type="subTitle"/>
          </p:nvPr>
        </p:nvSpPr>
        <p:spPr>
          <a:xfrm>
            <a:off x="228600" y="23510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" type="subTitle"/>
          </p:nvPr>
        </p:nvSpPr>
        <p:spPr>
          <a:xfrm>
            <a:off x="2423700" y="16041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3" type="subTitle"/>
          </p:nvPr>
        </p:nvSpPr>
        <p:spPr>
          <a:xfrm>
            <a:off x="4618875" y="9309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4" type="subTitle"/>
          </p:nvPr>
        </p:nvSpPr>
        <p:spPr>
          <a:xfrm>
            <a:off x="6969925" y="602650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9" name="Google Shape;359;p30"/>
          <p:cNvSpPr txBox="1"/>
          <p:nvPr>
            <p:ph idx="5" type="subTitle"/>
          </p:nvPr>
        </p:nvSpPr>
        <p:spPr>
          <a:xfrm>
            <a:off x="228600" y="303171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0" name="Google Shape;360;p30"/>
          <p:cNvSpPr txBox="1"/>
          <p:nvPr>
            <p:ph idx="6" type="subTitle"/>
          </p:nvPr>
        </p:nvSpPr>
        <p:spPr>
          <a:xfrm>
            <a:off x="2423700" y="22773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1" name="Google Shape;361;p30"/>
          <p:cNvSpPr txBox="1"/>
          <p:nvPr>
            <p:ph idx="7" type="subTitle"/>
          </p:nvPr>
        </p:nvSpPr>
        <p:spPr>
          <a:xfrm>
            <a:off x="4618950" y="16041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2" name="Google Shape;362;p30"/>
          <p:cNvSpPr txBox="1"/>
          <p:nvPr>
            <p:ph idx="8" type="subTitle"/>
          </p:nvPr>
        </p:nvSpPr>
        <p:spPr>
          <a:xfrm>
            <a:off x="6969925" y="1303838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/>
        </p:txBody>
      </p:sp>
      <p:sp>
        <p:nvSpPr>
          <p:cNvPr id="363" name="Google Shape;363;p30"/>
          <p:cNvSpPr/>
          <p:nvPr>
            <p:ph idx="9" type="pic"/>
          </p:nvPr>
        </p:nvSpPr>
        <p:spPr>
          <a:xfrm>
            <a:off x="6814050" y="2222500"/>
            <a:ext cx="2101200" cy="2190600"/>
          </a:xfrm>
          <a:prstGeom prst="roundRect">
            <a:avLst>
              <a:gd fmla="val 10856" name="adj"/>
            </a:avLst>
          </a:prstGeom>
          <a:noFill/>
          <a:ln>
            <a:noFill/>
          </a:ln>
        </p:spPr>
      </p:sp>
      <p:sp>
        <p:nvSpPr>
          <p:cNvPr id="364" name="Google Shape;364;p30"/>
          <p:cNvSpPr txBox="1"/>
          <p:nvPr>
            <p:ph idx="13" type="subTitle"/>
          </p:nvPr>
        </p:nvSpPr>
        <p:spPr>
          <a:xfrm>
            <a:off x="254625" y="4540875"/>
            <a:ext cx="8742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0"/>
          <p:cNvSpPr txBox="1"/>
          <p:nvPr>
            <p:ph idx="14" type="subTitle"/>
          </p:nvPr>
        </p:nvSpPr>
        <p:spPr>
          <a:xfrm>
            <a:off x="2423700" y="4540875"/>
            <a:ext cx="9105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30"/>
          <p:cNvSpPr txBox="1"/>
          <p:nvPr>
            <p:ph idx="15" type="subTitle"/>
          </p:nvPr>
        </p:nvSpPr>
        <p:spPr>
          <a:xfrm>
            <a:off x="4618950" y="4540875"/>
            <a:ext cx="8742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30"/>
          <p:cNvSpPr txBox="1"/>
          <p:nvPr>
            <p:ph idx="16" type="subTitle"/>
          </p:nvPr>
        </p:nvSpPr>
        <p:spPr>
          <a:xfrm>
            <a:off x="6814050" y="4540875"/>
            <a:ext cx="8742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30"/>
          <p:cNvSpPr txBox="1"/>
          <p:nvPr>
            <p:ph idx="17" type="body"/>
          </p:nvPr>
        </p:nvSpPr>
        <p:spPr>
          <a:xfrm>
            <a:off x="345600" y="3503675"/>
            <a:ext cx="1857000" cy="75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18" type="body"/>
          </p:nvPr>
        </p:nvSpPr>
        <p:spPr>
          <a:xfrm>
            <a:off x="2545800" y="3503675"/>
            <a:ext cx="1857000" cy="752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19" type="body"/>
          </p:nvPr>
        </p:nvSpPr>
        <p:spPr>
          <a:xfrm>
            <a:off x="4740975" y="3503675"/>
            <a:ext cx="1857000" cy="75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idx="20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30"/>
          <p:cNvSpPr txBox="1"/>
          <p:nvPr>
            <p:ph idx="21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30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 ALT 1">
  <p:cSld name="CUSTOM_6">
    <p:bg>
      <p:bgPr>
        <a:solidFill>
          <a:schemeClr val="lt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" type="subTitle"/>
          </p:nvPr>
        </p:nvSpPr>
        <p:spPr>
          <a:xfrm>
            <a:off x="47175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8" name="Google Shape;378;p31"/>
          <p:cNvSpPr txBox="1"/>
          <p:nvPr>
            <p:ph idx="2" type="subTitle"/>
          </p:nvPr>
        </p:nvSpPr>
        <p:spPr>
          <a:xfrm>
            <a:off x="261735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9" name="Google Shape;379;p31"/>
          <p:cNvSpPr txBox="1"/>
          <p:nvPr>
            <p:ph idx="3" type="subTitle"/>
          </p:nvPr>
        </p:nvSpPr>
        <p:spPr>
          <a:xfrm>
            <a:off x="481230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0" name="Google Shape;380;p31"/>
          <p:cNvSpPr txBox="1"/>
          <p:nvPr>
            <p:ph idx="4" type="subTitle"/>
          </p:nvPr>
        </p:nvSpPr>
        <p:spPr>
          <a:xfrm>
            <a:off x="700530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1" name="Google Shape;381;p31"/>
          <p:cNvSpPr txBox="1"/>
          <p:nvPr>
            <p:ph idx="5" type="body"/>
          </p:nvPr>
        </p:nvSpPr>
        <p:spPr>
          <a:xfrm>
            <a:off x="228525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2" name="Google Shape;382;p31"/>
          <p:cNvSpPr txBox="1"/>
          <p:nvPr>
            <p:ph idx="6" type="body"/>
          </p:nvPr>
        </p:nvSpPr>
        <p:spPr>
          <a:xfrm>
            <a:off x="2423850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3" name="Google Shape;383;p31"/>
          <p:cNvSpPr txBox="1"/>
          <p:nvPr>
            <p:ph idx="7" type="body"/>
          </p:nvPr>
        </p:nvSpPr>
        <p:spPr>
          <a:xfrm>
            <a:off x="4619175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4" name="Google Shape;384;p31"/>
          <p:cNvSpPr txBox="1"/>
          <p:nvPr>
            <p:ph idx="8" type="body"/>
          </p:nvPr>
        </p:nvSpPr>
        <p:spPr>
          <a:xfrm>
            <a:off x="6875100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5" name="Google Shape;385;p31"/>
          <p:cNvSpPr txBox="1"/>
          <p:nvPr>
            <p:ph idx="9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86" name="Google Shape;386;p31"/>
          <p:cNvSpPr txBox="1"/>
          <p:nvPr>
            <p:ph idx="1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87" name="Google Shape;387;p31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charts layout">
  <p:cSld name="CUSTOM_7">
    <p:bg>
      <p:bgPr>
        <a:solidFill>
          <a:schemeClr val="lt2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228600" y="457200"/>
            <a:ext cx="4296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91" name="Google Shape;391;p32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92" name="Google Shape;392;p32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93" name="Google Shape;393;p32"/>
          <p:cNvSpPr txBox="1"/>
          <p:nvPr>
            <p:ph idx="3" type="body"/>
          </p:nvPr>
        </p:nvSpPr>
        <p:spPr>
          <a:xfrm>
            <a:off x="246150" y="1070200"/>
            <a:ext cx="2177700" cy="1869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4" name="Google Shape;394;p32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 chart">
  <p:cSld name="CUSTOM_8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/>
          <p:cNvSpPr txBox="1"/>
          <p:nvPr>
            <p:ph type="title"/>
          </p:nvPr>
        </p:nvSpPr>
        <p:spPr>
          <a:xfrm>
            <a:off x="228600" y="457200"/>
            <a:ext cx="6482400" cy="6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98" name="Google Shape;398;p33"/>
          <p:cNvSpPr/>
          <p:nvPr>
            <p:ph idx="2" type="pic"/>
          </p:nvPr>
        </p:nvSpPr>
        <p:spPr>
          <a:xfrm>
            <a:off x="313850" y="1801500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3"/>
          <p:cNvSpPr/>
          <p:nvPr>
            <p:ph idx="3" type="pic"/>
          </p:nvPr>
        </p:nvSpPr>
        <p:spPr>
          <a:xfrm>
            <a:off x="31385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3"/>
          <p:cNvSpPr/>
          <p:nvPr>
            <p:ph idx="4" type="pic"/>
          </p:nvPr>
        </p:nvSpPr>
        <p:spPr>
          <a:xfrm>
            <a:off x="313850" y="3412363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3"/>
          <p:cNvSpPr/>
          <p:nvPr>
            <p:ph idx="5" type="pic"/>
          </p:nvPr>
        </p:nvSpPr>
        <p:spPr>
          <a:xfrm>
            <a:off x="2499900" y="3412363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"/>
          <p:cNvSpPr/>
          <p:nvPr>
            <p:ph idx="6" type="pic"/>
          </p:nvPr>
        </p:nvSpPr>
        <p:spPr>
          <a:xfrm>
            <a:off x="249990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3"/>
          <p:cNvSpPr/>
          <p:nvPr>
            <p:ph idx="7" type="pic"/>
          </p:nvPr>
        </p:nvSpPr>
        <p:spPr>
          <a:xfrm>
            <a:off x="468595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33"/>
          <p:cNvSpPr/>
          <p:nvPr>
            <p:ph idx="8" type="pic"/>
          </p:nvPr>
        </p:nvSpPr>
        <p:spPr>
          <a:xfrm>
            <a:off x="4685950" y="3412363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33"/>
          <p:cNvSpPr/>
          <p:nvPr>
            <p:ph idx="9" type="pic"/>
          </p:nvPr>
        </p:nvSpPr>
        <p:spPr>
          <a:xfrm>
            <a:off x="4685950" y="415013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3"/>
          <p:cNvSpPr/>
          <p:nvPr>
            <p:ph idx="13" type="pic"/>
          </p:nvPr>
        </p:nvSpPr>
        <p:spPr>
          <a:xfrm>
            <a:off x="689010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3"/>
          <p:cNvSpPr txBox="1"/>
          <p:nvPr>
            <p:ph idx="1" type="subTitle"/>
          </p:nvPr>
        </p:nvSpPr>
        <p:spPr>
          <a:xfrm>
            <a:off x="911100" y="18406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33"/>
          <p:cNvSpPr txBox="1"/>
          <p:nvPr>
            <p:ph idx="14" type="subTitle"/>
          </p:nvPr>
        </p:nvSpPr>
        <p:spPr>
          <a:xfrm>
            <a:off x="911100" y="20476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33"/>
          <p:cNvSpPr txBox="1"/>
          <p:nvPr>
            <p:ph idx="15" type="subTitle"/>
          </p:nvPr>
        </p:nvSpPr>
        <p:spPr>
          <a:xfrm>
            <a:off x="911100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33"/>
          <p:cNvSpPr txBox="1"/>
          <p:nvPr>
            <p:ph idx="16" type="subTitle"/>
          </p:nvPr>
        </p:nvSpPr>
        <p:spPr>
          <a:xfrm>
            <a:off x="911100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33"/>
          <p:cNvSpPr txBox="1"/>
          <p:nvPr>
            <p:ph idx="17" type="subTitle"/>
          </p:nvPr>
        </p:nvSpPr>
        <p:spPr>
          <a:xfrm>
            <a:off x="911100" y="3451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33"/>
          <p:cNvSpPr txBox="1"/>
          <p:nvPr>
            <p:ph idx="18" type="subTitle"/>
          </p:nvPr>
        </p:nvSpPr>
        <p:spPr>
          <a:xfrm>
            <a:off x="911100" y="3658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33"/>
          <p:cNvSpPr txBox="1"/>
          <p:nvPr>
            <p:ph idx="19" type="subTitle"/>
          </p:nvPr>
        </p:nvSpPr>
        <p:spPr>
          <a:xfrm>
            <a:off x="3063300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33"/>
          <p:cNvSpPr txBox="1"/>
          <p:nvPr>
            <p:ph idx="20" type="subTitle"/>
          </p:nvPr>
        </p:nvSpPr>
        <p:spPr>
          <a:xfrm>
            <a:off x="3063300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5" name="Google Shape;415;p33"/>
          <p:cNvSpPr txBox="1"/>
          <p:nvPr>
            <p:ph idx="21" type="subTitle"/>
          </p:nvPr>
        </p:nvSpPr>
        <p:spPr>
          <a:xfrm>
            <a:off x="3063300" y="3451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33"/>
          <p:cNvSpPr txBox="1"/>
          <p:nvPr>
            <p:ph idx="22" type="subTitle"/>
          </p:nvPr>
        </p:nvSpPr>
        <p:spPr>
          <a:xfrm>
            <a:off x="3063300" y="3658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3"/>
          <p:cNvSpPr txBox="1"/>
          <p:nvPr>
            <p:ph idx="23" type="subTitle"/>
          </p:nvPr>
        </p:nvSpPr>
        <p:spPr>
          <a:xfrm>
            <a:off x="5291325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33"/>
          <p:cNvSpPr txBox="1"/>
          <p:nvPr>
            <p:ph idx="24" type="subTitle"/>
          </p:nvPr>
        </p:nvSpPr>
        <p:spPr>
          <a:xfrm>
            <a:off x="5291325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33"/>
          <p:cNvSpPr txBox="1"/>
          <p:nvPr>
            <p:ph idx="25" type="subTitle"/>
          </p:nvPr>
        </p:nvSpPr>
        <p:spPr>
          <a:xfrm>
            <a:off x="5291325" y="3451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33"/>
          <p:cNvSpPr txBox="1"/>
          <p:nvPr>
            <p:ph idx="26" type="subTitle"/>
          </p:nvPr>
        </p:nvSpPr>
        <p:spPr>
          <a:xfrm>
            <a:off x="5291325" y="3658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33"/>
          <p:cNvSpPr txBox="1"/>
          <p:nvPr>
            <p:ph idx="27" type="subTitle"/>
          </p:nvPr>
        </p:nvSpPr>
        <p:spPr>
          <a:xfrm>
            <a:off x="5291325" y="418930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2" name="Google Shape;422;p33"/>
          <p:cNvSpPr txBox="1"/>
          <p:nvPr>
            <p:ph idx="28" type="subTitle"/>
          </p:nvPr>
        </p:nvSpPr>
        <p:spPr>
          <a:xfrm>
            <a:off x="5291325" y="439630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33"/>
          <p:cNvSpPr txBox="1"/>
          <p:nvPr>
            <p:ph idx="29" type="subTitle"/>
          </p:nvPr>
        </p:nvSpPr>
        <p:spPr>
          <a:xfrm>
            <a:off x="7469650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4" name="Google Shape;424;p33"/>
          <p:cNvSpPr txBox="1"/>
          <p:nvPr>
            <p:ph idx="30" type="subTitle"/>
          </p:nvPr>
        </p:nvSpPr>
        <p:spPr>
          <a:xfrm>
            <a:off x="7469650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33"/>
          <p:cNvSpPr txBox="1"/>
          <p:nvPr>
            <p:ph idx="3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426" name="Google Shape;426;p33"/>
          <p:cNvSpPr txBox="1"/>
          <p:nvPr>
            <p:ph idx="3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427" name="Google Shape;427;p33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33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1" name="Google Shape;43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6" name="Google Shape;43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9" name="Google Shape;43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5" name="Google Shape;44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0" name="Google Shape;45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1" name="Google Shape;45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6" name="Google Shape;45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0" name="Google Shape;46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8" name="Google Shape;46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2" name="Google Shape;47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3" name="Google Shape;47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4" name="Google Shape;47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5" name="Google Shape;47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8" name="Google Shape;47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0" name="Google Shape;48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0" name="Google Shape;49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2" name="Google Shape;49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3" name="Google Shape;49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6" name="Google Shape;49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9" name="Google Shape;49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2" name="Google Shape;50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3" name="Google Shape;50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7" name="Google Shape;50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0" name="Google Shape;51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2" name="Google Shape;51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3" name="Google Shape;51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4" name="Google Shape;51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5" name="Google Shape;51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6" name="Google Shape;52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95400"/>
            <a:ext cx="42966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50550" y="571400"/>
            <a:ext cx="4268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Afacad Flux"/>
              <a:buNone/>
              <a:defRPr b="1" sz="32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34300" y="2046025"/>
            <a:ext cx="3512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orient="horz" pos="16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5"/>
          <p:cNvSpPr txBox="1"/>
          <p:nvPr>
            <p:ph type="title"/>
          </p:nvPr>
        </p:nvSpPr>
        <p:spPr>
          <a:xfrm>
            <a:off x="228600" y="748925"/>
            <a:ext cx="5133900" cy="16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Boosting Profit for </a:t>
            </a:r>
            <a:r>
              <a:rPr i="1" lang="en" sz="4300">
                <a:solidFill>
                  <a:schemeClr val="dk1"/>
                </a:solidFill>
              </a:rPr>
              <a:t>Grean Bean Coffee</a:t>
            </a:r>
            <a:r>
              <a:rPr lang="en" sz="4300">
                <a:solidFill>
                  <a:schemeClr val="dk1"/>
                </a:solidFill>
              </a:rPr>
              <a:t>: Recommender Systems</a:t>
            </a:r>
            <a:endParaRPr sz="4300">
              <a:solidFill>
                <a:schemeClr val="accent1"/>
              </a:solidFill>
            </a:endParaRPr>
          </a:p>
        </p:txBody>
      </p:sp>
      <p:pic>
        <p:nvPicPr>
          <p:cNvPr id="534" name="Google Shape;534;p55" title="coffee and pastgry.pn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39783" l="0" r="0" t="8103"/>
          <a:stretch/>
        </p:blipFill>
        <p:spPr>
          <a:xfrm>
            <a:off x="976800" y="2569464"/>
            <a:ext cx="7190400" cy="2112000"/>
          </a:xfrm>
          <a:prstGeom prst="roundRect">
            <a:avLst>
              <a:gd fmla="val 16667" name="adj"/>
            </a:avLst>
          </a:prstGeom>
        </p:spPr>
      </p:pic>
      <p:sp>
        <p:nvSpPr>
          <p:cNvPr id="535" name="Google Shape;535;p55"/>
          <p:cNvSpPr txBox="1"/>
          <p:nvPr>
            <p:ph idx="3" type="subTitle"/>
          </p:nvPr>
        </p:nvSpPr>
        <p:spPr>
          <a:xfrm>
            <a:off x="228600" y="4843625"/>
            <a:ext cx="6491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6"/>
          <p:cNvSpPr/>
          <p:nvPr/>
        </p:nvSpPr>
        <p:spPr>
          <a:xfrm rot="10800000">
            <a:off x="6839629" y="2655247"/>
            <a:ext cx="2075771" cy="2024253"/>
          </a:xfrm>
          <a:custGeom>
            <a:rect b="b" l="l" r="r" t="t"/>
            <a:pathLst>
              <a:path extrusionOk="0" h="209550" w="220241">
                <a:moveTo>
                  <a:pt x="32475" y="0"/>
                </a:moveTo>
                <a:lnTo>
                  <a:pt x="30738" y="134"/>
                </a:lnTo>
                <a:lnTo>
                  <a:pt x="29000" y="401"/>
                </a:lnTo>
                <a:lnTo>
                  <a:pt x="27396" y="668"/>
                </a:lnTo>
                <a:lnTo>
                  <a:pt x="25659" y="1069"/>
                </a:lnTo>
                <a:lnTo>
                  <a:pt x="24055" y="1604"/>
                </a:lnTo>
                <a:lnTo>
                  <a:pt x="22452" y="2138"/>
                </a:lnTo>
                <a:lnTo>
                  <a:pt x="20982" y="2673"/>
                </a:lnTo>
                <a:lnTo>
                  <a:pt x="19378" y="3341"/>
                </a:lnTo>
                <a:lnTo>
                  <a:pt x="17908" y="4143"/>
                </a:lnTo>
                <a:lnTo>
                  <a:pt x="15101" y="5880"/>
                </a:lnTo>
                <a:lnTo>
                  <a:pt x="12429" y="7885"/>
                </a:lnTo>
                <a:lnTo>
                  <a:pt x="10023" y="10023"/>
                </a:lnTo>
                <a:lnTo>
                  <a:pt x="7885" y="12429"/>
                </a:lnTo>
                <a:lnTo>
                  <a:pt x="5880" y="15101"/>
                </a:lnTo>
                <a:lnTo>
                  <a:pt x="4143" y="17908"/>
                </a:lnTo>
                <a:lnTo>
                  <a:pt x="3341" y="19378"/>
                </a:lnTo>
                <a:lnTo>
                  <a:pt x="2673" y="20982"/>
                </a:lnTo>
                <a:lnTo>
                  <a:pt x="2138" y="22452"/>
                </a:lnTo>
                <a:lnTo>
                  <a:pt x="1604" y="24055"/>
                </a:lnTo>
                <a:lnTo>
                  <a:pt x="1069" y="25659"/>
                </a:lnTo>
                <a:lnTo>
                  <a:pt x="668" y="27397"/>
                </a:lnTo>
                <a:lnTo>
                  <a:pt x="401" y="29000"/>
                </a:lnTo>
                <a:lnTo>
                  <a:pt x="134" y="30738"/>
                </a:lnTo>
                <a:lnTo>
                  <a:pt x="0" y="32475"/>
                </a:lnTo>
                <a:lnTo>
                  <a:pt x="0" y="34212"/>
                </a:lnTo>
                <a:lnTo>
                  <a:pt x="0" y="196720"/>
                </a:lnTo>
                <a:lnTo>
                  <a:pt x="0" y="198057"/>
                </a:lnTo>
                <a:lnTo>
                  <a:pt x="267" y="199260"/>
                </a:lnTo>
                <a:lnTo>
                  <a:pt x="535" y="200462"/>
                </a:lnTo>
                <a:lnTo>
                  <a:pt x="1069" y="201665"/>
                </a:lnTo>
                <a:lnTo>
                  <a:pt x="1604" y="202868"/>
                </a:lnTo>
                <a:lnTo>
                  <a:pt x="2138" y="203937"/>
                </a:lnTo>
                <a:lnTo>
                  <a:pt x="2940" y="204873"/>
                </a:lnTo>
                <a:lnTo>
                  <a:pt x="3742" y="205808"/>
                </a:lnTo>
                <a:lnTo>
                  <a:pt x="4677" y="206610"/>
                </a:lnTo>
                <a:lnTo>
                  <a:pt x="5613" y="207412"/>
                </a:lnTo>
                <a:lnTo>
                  <a:pt x="6682" y="207946"/>
                </a:lnTo>
                <a:lnTo>
                  <a:pt x="7885" y="208481"/>
                </a:lnTo>
                <a:lnTo>
                  <a:pt x="9088" y="209015"/>
                </a:lnTo>
                <a:lnTo>
                  <a:pt x="10290" y="209283"/>
                </a:lnTo>
                <a:lnTo>
                  <a:pt x="11493" y="209550"/>
                </a:lnTo>
                <a:lnTo>
                  <a:pt x="208748" y="209550"/>
                </a:lnTo>
                <a:lnTo>
                  <a:pt x="209951" y="209283"/>
                </a:lnTo>
                <a:lnTo>
                  <a:pt x="211153" y="209015"/>
                </a:lnTo>
                <a:lnTo>
                  <a:pt x="212356" y="208481"/>
                </a:lnTo>
                <a:lnTo>
                  <a:pt x="213559" y="207946"/>
                </a:lnTo>
                <a:lnTo>
                  <a:pt x="214628" y="207412"/>
                </a:lnTo>
                <a:lnTo>
                  <a:pt x="215564" y="206610"/>
                </a:lnTo>
                <a:lnTo>
                  <a:pt x="216499" y="205808"/>
                </a:lnTo>
                <a:lnTo>
                  <a:pt x="217301" y="204873"/>
                </a:lnTo>
                <a:lnTo>
                  <a:pt x="218103" y="203937"/>
                </a:lnTo>
                <a:lnTo>
                  <a:pt x="218637" y="202868"/>
                </a:lnTo>
                <a:lnTo>
                  <a:pt x="219172" y="201665"/>
                </a:lnTo>
                <a:lnTo>
                  <a:pt x="219706" y="200462"/>
                </a:lnTo>
                <a:lnTo>
                  <a:pt x="219974" y="199260"/>
                </a:lnTo>
                <a:lnTo>
                  <a:pt x="220241" y="198057"/>
                </a:lnTo>
                <a:lnTo>
                  <a:pt x="220241" y="196720"/>
                </a:lnTo>
                <a:lnTo>
                  <a:pt x="220241" y="12830"/>
                </a:lnTo>
                <a:lnTo>
                  <a:pt x="220241" y="11493"/>
                </a:lnTo>
                <a:lnTo>
                  <a:pt x="219974" y="10290"/>
                </a:lnTo>
                <a:lnTo>
                  <a:pt x="219706" y="9088"/>
                </a:lnTo>
                <a:lnTo>
                  <a:pt x="219172" y="7885"/>
                </a:lnTo>
                <a:lnTo>
                  <a:pt x="218637" y="6682"/>
                </a:lnTo>
                <a:lnTo>
                  <a:pt x="218103" y="5613"/>
                </a:lnTo>
                <a:lnTo>
                  <a:pt x="217301" y="4677"/>
                </a:lnTo>
                <a:lnTo>
                  <a:pt x="216499" y="3742"/>
                </a:lnTo>
                <a:lnTo>
                  <a:pt x="215564" y="2940"/>
                </a:lnTo>
                <a:lnTo>
                  <a:pt x="214628" y="2138"/>
                </a:lnTo>
                <a:lnTo>
                  <a:pt x="213559" y="1604"/>
                </a:lnTo>
                <a:lnTo>
                  <a:pt x="212356" y="1069"/>
                </a:lnTo>
                <a:lnTo>
                  <a:pt x="211153" y="535"/>
                </a:lnTo>
                <a:lnTo>
                  <a:pt x="209951" y="267"/>
                </a:lnTo>
                <a:lnTo>
                  <a:pt x="2087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1" name="Google Shape;541;p56"/>
          <p:cNvSpPr/>
          <p:nvPr/>
        </p:nvSpPr>
        <p:spPr>
          <a:xfrm>
            <a:off x="4620853" y="458025"/>
            <a:ext cx="2073569" cy="2041541"/>
          </a:xfrm>
          <a:custGeom>
            <a:rect b="b" l="l" r="r" t="t"/>
            <a:pathLst>
              <a:path extrusionOk="0" h="209550" w="220241">
                <a:moveTo>
                  <a:pt x="32475" y="0"/>
                </a:moveTo>
                <a:lnTo>
                  <a:pt x="30738" y="134"/>
                </a:lnTo>
                <a:lnTo>
                  <a:pt x="29000" y="401"/>
                </a:lnTo>
                <a:lnTo>
                  <a:pt x="27396" y="668"/>
                </a:lnTo>
                <a:lnTo>
                  <a:pt x="25659" y="1069"/>
                </a:lnTo>
                <a:lnTo>
                  <a:pt x="24055" y="1604"/>
                </a:lnTo>
                <a:lnTo>
                  <a:pt x="22452" y="2138"/>
                </a:lnTo>
                <a:lnTo>
                  <a:pt x="20982" y="2673"/>
                </a:lnTo>
                <a:lnTo>
                  <a:pt x="19378" y="3341"/>
                </a:lnTo>
                <a:lnTo>
                  <a:pt x="17908" y="4143"/>
                </a:lnTo>
                <a:lnTo>
                  <a:pt x="15101" y="5880"/>
                </a:lnTo>
                <a:lnTo>
                  <a:pt x="12429" y="7885"/>
                </a:lnTo>
                <a:lnTo>
                  <a:pt x="10023" y="10023"/>
                </a:lnTo>
                <a:lnTo>
                  <a:pt x="7885" y="12429"/>
                </a:lnTo>
                <a:lnTo>
                  <a:pt x="5880" y="15101"/>
                </a:lnTo>
                <a:lnTo>
                  <a:pt x="4143" y="17908"/>
                </a:lnTo>
                <a:lnTo>
                  <a:pt x="3341" y="19378"/>
                </a:lnTo>
                <a:lnTo>
                  <a:pt x="2673" y="20982"/>
                </a:lnTo>
                <a:lnTo>
                  <a:pt x="2138" y="22452"/>
                </a:lnTo>
                <a:lnTo>
                  <a:pt x="1604" y="24055"/>
                </a:lnTo>
                <a:lnTo>
                  <a:pt x="1069" y="25659"/>
                </a:lnTo>
                <a:lnTo>
                  <a:pt x="668" y="27397"/>
                </a:lnTo>
                <a:lnTo>
                  <a:pt x="401" y="29000"/>
                </a:lnTo>
                <a:lnTo>
                  <a:pt x="134" y="30738"/>
                </a:lnTo>
                <a:lnTo>
                  <a:pt x="0" y="32475"/>
                </a:lnTo>
                <a:lnTo>
                  <a:pt x="0" y="34212"/>
                </a:lnTo>
                <a:lnTo>
                  <a:pt x="0" y="196720"/>
                </a:lnTo>
                <a:lnTo>
                  <a:pt x="0" y="198057"/>
                </a:lnTo>
                <a:lnTo>
                  <a:pt x="267" y="199260"/>
                </a:lnTo>
                <a:lnTo>
                  <a:pt x="535" y="200462"/>
                </a:lnTo>
                <a:lnTo>
                  <a:pt x="1069" y="201665"/>
                </a:lnTo>
                <a:lnTo>
                  <a:pt x="1604" y="202868"/>
                </a:lnTo>
                <a:lnTo>
                  <a:pt x="2138" y="203937"/>
                </a:lnTo>
                <a:lnTo>
                  <a:pt x="2940" y="204873"/>
                </a:lnTo>
                <a:lnTo>
                  <a:pt x="3742" y="205808"/>
                </a:lnTo>
                <a:lnTo>
                  <a:pt x="4677" y="206610"/>
                </a:lnTo>
                <a:lnTo>
                  <a:pt x="5613" y="207412"/>
                </a:lnTo>
                <a:lnTo>
                  <a:pt x="6682" y="207946"/>
                </a:lnTo>
                <a:lnTo>
                  <a:pt x="7885" y="208481"/>
                </a:lnTo>
                <a:lnTo>
                  <a:pt x="9088" y="209015"/>
                </a:lnTo>
                <a:lnTo>
                  <a:pt x="10290" y="209283"/>
                </a:lnTo>
                <a:lnTo>
                  <a:pt x="11493" y="209550"/>
                </a:lnTo>
                <a:lnTo>
                  <a:pt x="208748" y="209550"/>
                </a:lnTo>
                <a:lnTo>
                  <a:pt x="209951" y="209283"/>
                </a:lnTo>
                <a:lnTo>
                  <a:pt x="211153" y="209015"/>
                </a:lnTo>
                <a:lnTo>
                  <a:pt x="212356" y="208481"/>
                </a:lnTo>
                <a:lnTo>
                  <a:pt x="213559" y="207946"/>
                </a:lnTo>
                <a:lnTo>
                  <a:pt x="214628" y="207412"/>
                </a:lnTo>
                <a:lnTo>
                  <a:pt x="215564" y="206610"/>
                </a:lnTo>
                <a:lnTo>
                  <a:pt x="216499" y="205808"/>
                </a:lnTo>
                <a:lnTo>
                  <a:pt x="217301" y="204873"/>
                </a:lnTo>
                <a:lnTo>
                  <a:pt x="218103" y="203937"/>
                </a:lnTo>
                <a:lnTo>
                  <a:pt x="218637" y="202868"/>
                </a:lnTo>
                <a:lnTo>
                  <a:pt x="219172" y="201665"/>
                </a:lnTo>
                <a:lnTo>
                  <a:pt x="219706" y="200462"/>
                </a:lnTo>
                <a:lnTo>
                  <a:pt x="219974" y="199260"/>
                </a:lnTo>
                <a:lnTo>
                  <a:pt x="220241" y="198057"/>
                </a:lnTo>
                <a:lnTo>
                  <a:pt x="220241" y="196720"/>
                </a:lnTo>
                <a:lnTo>
                  <a:pt x="220241" y="12830"/>
                </a:lnTo>
                <a:lnTo>
                  <a:pt x="220241" y="11493"/>
                </a:lnTo>
                <a:lnTo>
                  <a:pt x="219974" y="10290"/>
                </a:lnTo>
                <a:lnTo>
                  <a:pt x="219706" y="9088"/>
                </a:lnTo>
                <a:lnTo>
                  <a:pt x="219172" y="7885"/>
                </a:lnTo>
                <a:lnTo>
                  <a:pt x="218637" y="6682"/>
                </a:lnTo>
                <a:lnTo>
                  <a:pt x="218103" y="5613"/>
                </a:lnTo>
                <a:lnTo>
                  <a:pt x="217301" y="4677"/>
                </a:lnTo>
                <a:lnTo>
                  <a:pt x="216499" y="3742"/>
                </a:lnTo>
                <a:lnTo>
                  <a:pt x="215564" y="2940"/>
                </a:lnTo>
                <a:lnTo>
                  <a:pt x="214628" y="2138"/>
                </a:lnTo>
                <a:lnTo>
                  <a:pt x="213559" y="1604"/>
                </a:lnTo>
                <a:lnTo>
                  <a:pt x="212356" y="1069"/>
                </a:lnTo>
                <a:lnTo>
                  <a:pt x="211153" y="535"/>
                </a:lnTo>
                <a:lnTo>
                  <a:pt x="209951" y="267"/>
                </a:lnTo>
                <a:lnTo>
                  <a:pt x="2087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Fern leaves under the shadowy cover of woodland canopy." id="542" name="Google Shape;542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550" r="15550" t="0"/>
          <a:stretch/>
        </p:blipFill>
        <p:spPr>
          <a:xfrm>
            <a:off x="6847700" y="457200"/>
            <a:ext cx="2075700" cy="20034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close-up of large green leaves. " id="543" name="Google Shape;543;p56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5842" r="15842" t="0"/>
          <a:stretch/>
        </p:blipFill>
        <p:spPr>
          <a:xfrm>
            <a:off x="4619775" y="2651760"/>
            <a:ext cx="2075700" cy="2024400"/>
          </a:xfrm>
          <a:prstGeom prst="roundRect">
            <a:avLst>
              <a:gd fmla="val 16667" name="adj"/>
            </a:avLst>
          </a:prstGeom>
        </p:spPr>
      </p:pic>
      <p:sp>
        <p:nvSpPr>
          <p:cNvPr id="544" name="Google Shape;544;p56"/>
          <p:cNvSpPr txBox="1"/>
          <p:nvPr>
            <p:ph type="title"/>
          </p:nvPr>
        </p:nvSpPr>
        <p:spPr>
          <a:xfrm>
            <a:off x="228600" y="1478100"/>
            <a:ext cx="4296300" cy="21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Topics </a:t>
            </a:r>
            <a:endParaRPr/>
          </a:p>
        </p:txBody>
      </p:sp>
      <p:sp>
        <p:nvSpPr>
          <p:cNvPr id="545" name="Google Shape;545;p56"/>
          <p:cNvSpPr txBox="1"/>
          <p:nvPr>
            <p:ph idx="7" type="subTitle"/>
          </p:nvPr>
        </p:nvSpPr>
        <p:spPr>
          <a:xfrm>
            <a:off x="6848750" y="163285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rPr>
              <a:t>2.</a:t>
            </a:r>
            <a:endParaRPr>
              <a:solidFill>
                <a:schemeClr val="lt2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Recommender Systems and Bots</a:t>
            </a:r>
            <a:endParaRPr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Google Shape;546;p56"/>
          <p:cNvSpPr txBox="1"/>
          <p:nvPr>
            <p:ph idx="4" type="subTitle"/>
          </p:nvPr>
        </p:nvSpPr>
        <p:spPr>
          <a:xfrm>
            <a:off x="4618950" y="1625800"/>
            <a:ext cx="20928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rPr>
              <a:t>1.</a:t>
            </a:r>
            <a:endParaRPr>
              <a:solidFill>
                <a:schemeClr val="lt1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Sales Performance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56"/>
          <p:cNvSpPr txBox="1"/>
          <p:nvPr>
            <p:ph idx="6" type="subTitle"/>
          </p:nvPr>
        </p:nvSpPr>
        <p:spPr>
          <a:xfrm>
            <a:off x="4620813" y="380380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Inter Black"/>
                <a:ea typeface="Inter Black"/>
                <a:cs typeface="Inter Black"/>
                <a:sym typeface="Inter Black"/>
              </a:rPr>
              <a:t>3</a:t>
            </a:r>
            <a:r>
              <a:rPr lang="en">
                <a:latin typeface="Inter Black"/>
                <a:ea typeface="Inter Black"/>
                <a:cs typeface="Inter Black"/>
                <a:sym typeface="Inter Black"/>
              </a:rPr>
              <a:t>.</a:t>
            </a:r>
            <a:endParaRPr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Projections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56"/>
          <p:cNvSpPr txBox="1"/>
          <p:nvPr>
            <p:ph idx="5" type="subTitle"/>
          </p:nvPr>
        </p:nvSpPr>
        <p:spPr>
          <a:xfrm>
            <a:off x="6840713" y="380380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rPr>
              <a:t>4.</a:t>
            </a:r>
            <a:endParaRPr>
              <a:solidFill>
                <a:schemeClr val="lt1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Future Plans &amp; Conclusion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56"/>
          <p:cNvSpPr txBox="1"/>
          <p:nvPr>
            <p:ph idx="8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7"/>
          <p:cNvSpPr/>
          <p:nvPr/>
        </p:nvSpPr>
        <p:spPr>
          <a:xfrm>
            <a:off x="-65575" y="-283625"/>
            <a:ext cx="3299700" cy="5655600"/>
          </a:xfrm>
          <a:prstGeom prst="roundRect">
            <a:avLst>
              <a:gd fmla="val 10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55" name="Google Shape;555;p57"/>
          <p:cNvSpPr txBox="1"/>
          <p:nvPr>
            <p:ph idx="5" type="body"/>
          </p:nvPr>
        </p:nvSpPr>
        <p:spPr>
          <a:xfrm>
            <a:off x="17225" y="3586800"/>
            <a:ext cx="3136500" cy="16329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 u="sng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Constraints</a:t>
            </a:r>
            <a:endParaRPr sz="1400" u="sng">
              <a:solidFill>
                <a:srgbClr val="00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i="1" lang="en" sz="1400">
                <a:solidFill>
                  <a:srgbClr val="000000"/>
                </a:solidFill>
              </a:rPr>
              <a:t>Recent system changes limit available data:</a:t>
            </a:r>
            <a:endParaRPr b="1" i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i="1" lang="en" sz="1400">
                <a:solidFill>
                  <a:srgbClr val="000000"/>
                </a:solidFill>
              </a:rPr>
              <a:t>Only April Data Available</a:t>
            </a:r>
            <a:endParaRPr b="1" i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i="1" lang="en" sz="1400">
                <a:solidFill>
                  <a:srgbClr val="000000"/>
                </a:solidFill>
              </a:rPr>
              <a:t>Limited Sales and Wastage Data (Stores 3, 5, 8)</a:t>
            </a:r>
            <a:endParaRPr b="1" i="1" sz="1400">
              <a:solidFill>
                <a:srgbClr val="000000"/>
              </a:solidFill>
            </a:endParaRPr>
          </a:p>
        </p:txBody>
      </p:sp>
      <p:pic>
        <p:nvPicPr>
          <p:cNvPr id="556" name="Google Shape;556;p57" title="Screenshot 2025-07-28 11.42.49 PM.png"/>
          <p:cNvPicPr preferRelativeResize="0"/>
          <p:nvPr/>
        </p:nvPicPr>
        <p:blipFill rotWithShape="1">
          <a:blip r:embed="rId3">
            <a:alphaModFix/>
          </a:blip>
          <a:srcRect b="14194" l="9786" r="8998" t="15880"/>
          <a:stretch/>
        </p:blipFill>
        <p:spPr>
          <a:xfrm>
            <a:off x="-96750" y="304800"/>
            <a:ext cx="3330900" cy="1265700"/>
          </a:xfrm>
          <a:prstGeom prst="round2DiagRect">
            <a:avLst>
              <a:gd fmla="val 16667" name="adj1"/>
              <a:gd fmla="val 8402" name="adj2"/>
            </a:avLst>
          </a:prstGeom>
          <a:noFill/>
          <a:ln>
            <a:noFill/>
          </a:ln>
        </p:spPr>
      </p:pic>
      <p:sp>
        <p:nvSpPr>
          <p:cNvPr id="557" name="Google Shape;557;p57"/>
          <p:cNvSpPr txBox="1"/>
          <p:nvPr/>
        </p:nvSpPr>
        <p:spPr>
          <a:xfrm>
            <a:off x="17225" y="2015225"/>
            <a:ext cx="3299700" cy="16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 u="sng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 u="sng">
                <a:latin typeface="Inter SemiBold"/>
                <a:ea typeface="Inter SemiBold"/>
                <a:cs typeface="Inter SemiBold"/>
                <a:sym typeface="Inter SemiBold"/>
              </a:rPr>
              <a:t>Locations </a:t>
            </a:r>
            <a:endParaRPr b="1" i="1"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1" lang="en" sz="1500">
                <a:latin typeface="Inter"/>
                <a:ea typeface="Inter"/>
                <a:cs typeface="Inter"/>
                <a:sym typeface="Inter"/>
              </a:rPr>
              <a:t>8 stores across New York:</a:t>
            </a:r>
            <a:endParaRPr b="1" i="1"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-"/>
            </a:pPr>
            <a:r>
              <a:rPr b="1" i="1" lang="en" sz="1500">
                <a:latin typeface="Inter"/>
                <a:ea typeface="Inter"/>
                <a:cs typeface="Inter"/>
                <a:sym typeface="Inter"/>
              </a:rPr>
              <a:t>Long Island City (1)</a:t>
            </a:r>
            <a:endParaRPr b="1" i="1"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-"/>
            </a:pPr>
            <a:r>
              <a:rPr b="1" i="1" lang="en" sz="1500">
                <a:latin typeface="Inter"/>
                <a:ea typeface="Inter"/>
                <a:cs typeface="Inter"/>
                <a:sym typeface="Inter"/>
              </a:rPr>
              <a:t>Brooklyn (1)</a:t>
            </a:r>
            <a:endParaRPr b="1" i="1"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-"/>
            </a:pPr>
            <a:r>
              <a:rPr b="1" i="1" lang="en" sz="1500">
                <a:latin typeface="Inter"/>
                <a:ea typeface="Inter"/>
                <a:cs typeface="Inter"/>
                <a:sym typeface="Inter"/>
              </a:rPr>
              <a:t>New York City (6)</a:t>
            </a:r>
            <a:endParaRPr b="1" i="1"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8" name="Google Shape;558;p57"/>
          <p:cNvSpPr/>
          <p:nvPr/>
        </p:nvSpPr>
        <p:spPr>
          <a:xfrm>
            <a:off x="3623725" y="5139275"/>
            <a:ext cx="1181400" cy="118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9" name="Google Shape;559;p57" title="Screenshot 2025-08-03 5.19.50 PM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89" l="0" r="0" t="199"/>
          <a:stretch/>
        </p:blipFill>
        <p:spPr>
          <a:xfrm>
            <a:off x="3399300" y="1430550"/>
            <a:ext cx="5516100" cy="36267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58" title="Points scored"/>
          <p:cNvPicPr preferRelativeResize="0"/>
          <p:nvPr/>
        </p:nvPicPr>
        <p:blipFill rotWithShape="1">
          <a:blip r:embed="rId3">
            <a:alphaModFix/>
          </a:blip>
          <a:srcRect b="15117" l="20761" r="20919" t="15089"/>
          <a:stretch/>
        </p:blipFill>
        <p:spPr>
          <a:xfrm>
            <a:off x="446125" y="1095551"/>
            <a:ext cx="3774924" cy="2793424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8"/>
          <p:cNvSpPr/>
          <p:nvPr/>
        </p:nvSpPr>
        <p:spPr>
          <a:xfrm>
            <a:off x="535059" y="4003668"/>
            <a:ext cx="3597000" cy="36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Multi-Item</a:t>
            </a:r>
            <a:endParaRPr sz="1174"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66" name="Google Shape;566;p58"/>
          <p:cNvSpPr/>
          <p:nvPr/>
        </p:nvSpPr>
        <p:spPr>
          <a:xfrm>
            <a:off x="3904496" y="4102103"/>
            <a:ext cx="164400" cy="16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7" name="Google Shape;567;p58"/>
          <p:cNvSpPr/>
          <p:nvPr/>
        </p:nvSpPr>
        <p:spPr>
          <a:xfrm>
            <a:off x="535375" y="4479048"/>
            <a:ext cx="3596400" cy="36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Single-Item</a:t>
            </a:r>
            <a:endParaRPr sz="1174"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68" name="Google Shape;568;p58"/>
          <p:cNvSpPr/>
          <p:nvPr/>
        </p:nvSpPr>
        <p:spPr>
          <a:xfrm>
            <a:off x="3904496" y="4578440"/>
            <a:ext cx="164400" cy="164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58"/>
          <p:cNvSpPr txBox="1"/>
          <p:nvPr/>
        </p:nvSpPr>
        <p:spPr>
          <a:xfrm>
            <a:off x="121237" y="304800"/>
            <a:ext cx="4424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Single-Item vs Multi-Item Purchases</a:t>
            </a:r>
            <a:endParaRPr b="1" sz="17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(Stores 3, 5, &amp; 8)</a:t>
            </a:r>
            <a:endParaRPr b="1" sz="17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58"/>
          <p:cNvSpPr/>
          <p:nvPr/>
        </p:nvSpPr>
        <p:spPr>
          <a:xfrm>
            <a:off x="4144850" y="2952750"/>
            <a:ext cx="1433100" cy="567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1" name="Google Shape;571;p58"/>
          <p:cNvSpPr/>
          <p:nvPr/>
        </p:nvSpPr>
        <p:spPr>
          <a:xfrm>
            <a:off x="5626275" y="2471825"/>
            <a:ext cx="3193800" cy="15117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75% of all sales include just one item</a:t>
            </a:r>
            <a:endParaRPr i="1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59" title="Points scored"/>
          <p:cNvPicPr preferRelativeResize="0"/>
          <p:nvPr/>
        </p:nvPicPr>
        <p:blipFill rotWithShape="1">
          <a:blip r:embed="rId3">
            <a:alphaModFix/>
          </a:blip>
          <a:srcRect b="15117" l="20761" r="20919" t="15089"/>
          <a:stretch/>
        </p:blipFill>
        <p:spPr>
          <a:xfrm>
            <a:off x="446125" y="1095551"/>
            <a:ext cx="3774924" cy="2793424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9"/>
          <p:cNvSpPr/>
          <p:nvPr/>
        </p:nvSpPr>
        <p:spPr>
          <a:xfrm>
            <a:off x="535059" y="4003668"/>
            <a:ext cx="3597000" cy="36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Multi-Item</a:t>
            </a:r>
            <a:endParaRPr sz="1174"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78" name="Google Shape;578;p59"/>
          <p:cNvSpPr/>
          <p:nvPr/>
        </p:nvSpPr>
        <p:spPr>
          <a:xfrm>
            <a:off x="3904496" y="4102103"/>
            <a:ext cx="164400" cy="16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59"/>
          <p:cNvSpPr/>
          <p:nvPr/>
        </p:nvSpPr>
        <p:spPr>
          <a:xfrm>
            <a:off x="535375" y="4479048"/>
            <a:ext cx="3596400" cy="360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4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Single-Item</a:t>
            </a:r>
            <a:endParaRPr sz="1174"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80" name="Google Shape;580;p59"/>
          <p:cNvSpPr/>
          <p:nvPr/>
        </p:nvSpPr>
        <p:spPr>
          <a:xfrm>
            <a:off x="3904496" y="4578440"/>
            <a:ext cx="164400" cy="164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34200" lIns="134200" spcFirstLastPara="1" rIns="134200" wrap="square" tIns="134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1" name="Google Shape;581;p59"/>
          <p:cNvSpPr txBox="1"/>
          <p:nvPr/>
        </p:nvSpPr>
        <p:spPr>
          <a:xfrm>
            <a:off x="121237" y="304800"/>
            <a:ext cx="4424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Single-Item vs Multi-Item Purchases</a:t>
            </a:r>
            <a:endParaRPr b="1" sz="17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(Stores 3, 5, &amp; 8)</a:t>
            </a:r>
            <a:endParaRPr b="1" sz="17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59"/>
          <p:cNvSpPr/>
          <p:nvPr/>
        </p:nvSpPr>
        <p:spPr>
          <a:xfrm>
            <a:off x="4144850" y="2952750"/>
            <a:ext cx="1433100" cy="567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59"/>
          <p:cNvSpPr txBox="1"/>
          <p:nvPr/>
        </p:nvSpPr>
        <p:spPr>
          <a:xfrm>
            <a:off x="5746875" y="2988550"/>
            <a:ext cx="3092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Untapped Potential!</a:t>
            </a:r>
            <a:endParaRPr b="1" i="1"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0"/>
          <p:cNvSpPr txBox="1"/>
          <p:nvPr>
            <p:ph type="title"/>
          </p:nvPr>
        </p:nvSpPr>
        <p:spPr>
          <a:xfrm>
            <a:off x="228600" y="457200"/>
            <a:ext cx="4296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Upselling</a:t>
            </a:r>
            <a:endParaRPr/>
          </a:p>
        </p:txBody>
      </p:sp>
      <p:sp>
        <p:nvSpPr>
          <p:cNvPr id="589" name="Google Shape;589;p60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90" name="Google Shape;590;p60"/>
          <p:cNvSpPr txBox="1"/>
          <p:nvPr>
            <p:ph idx="3" type="body"/>
          </p:nvPr>
        </p:nvSpPr>
        <p:spPr>
          <a:xfrm>
            <a:off x="246150" y="1070200"/>
            <a:ext cx="2817300" cy="73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The goal is to push new items on small orders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591" name="Google Shape;591;p60" title="Screenshot 2025-08-01 4.41.41 PM.png"/>
          <p:cNvPicPr preferRelativeResize="0"/>
          <p:nvPr/>
        </p:nvPicPr>
        <p:blipFill rotWithShape="1">
          <a:blip r:embed="rId3">
            <a:alphaModFix/>
          </a:blip>
          <a:srcRect b="0" l="20559" r="25941" t="0"/>
          <a:stretch/>
        </p:blipFill>
        <p:spPr>
          <a:xfrm>
            <a:off x="4144564" y="0"/>
            <a:ext cx="4999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0"/>
          <p:cNvSpPr txBox="1"/>
          <p:nvPr/>
        </p:nvSpPr>
        <p:spPr>
          <a:xfrm>
            <a:off x="310750" y="1877975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Traditional Methods: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3" name="Google Shape;593;p60"/>
          <p:cNvSpPr txBox="1"/>
          <p:nvPr/>
        </p:nvSpPr>
        <p:spPr>
          <a:xfrm>
            <a:off x="472875" y="2303575"/>
            <a:ext cx="28173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Advertising: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60"/>
          <p:cNvSpPr txBox="1"/>
          <p:nvPr/>
        </p:nvSpPr>
        <p:spPr>
          <a:xfrm>
            <a:off x="452625" y="3243900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Staff Recommendation</a:t>
            </a: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1"/>
          <p:cNvSpPr txBox="1"/>
          <p:nvPr>
            <p:ph type="title"/>
          </p:nvPr>
        </p:nvSpPr>
        <p:spPr>
          <a:xfrm>
            <a:off x="228600" y="457200"/>
            <a:ext cx="4296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Upselling</a:t>
            </a:r>
            <a:endParaRPr/>
          </a:p>
        </p:txBody>
      </p:sp>
      <p:sp>
        <p:nvSpPr>
          <p:cNvPr id="600" name="Google Shape;600;p61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01" name="Google Shape;601;p61"/>
          <p:cNvSpPr txBox="1"/>
          <p:nvPr>
            <p:ph idx="3" type="body"/>
          </p:nvPr>
        </p:nvSpPr>
        <p:spPr>
          <a:xfrm>
            <a:off x="246150" y="1070200"/>
            <a:ext cx="2817300" cy="73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The goal is to push new items on small orders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602" name="Google Shape;602;p61" title="Screenshot 2025-08-01 4.41.41 PM.png"/>
          <p:cNvPicPr preferRelativeResize="0"/>
          <p:nvPr/>
        </p:nvPicPr>
        <p:blipFill rotWithShape="1">
          <a:blip r:embed="rId3">
            <a:alphaModFix/>
          </a:blip>
          <a:srcRect b="0" l="20559" r="25941" t="0"/>
          <a:stretch/>
        </p:blipFill>
        <p:spPr>
          <a:xfrm>
            <a:off x="4144564" y="0"/>
            <a:ext cx="4999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1"/>
          <p:cNvSpPr txBox="1"/>
          <p:nvPr/>
        </p:nvSpPr>
        <p:spPr>
          <a:xfrm>
            <a:off x="310750" y="1877975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Traditional Methods: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61"/>
          <p:cNvSpPr txBox="1"/>
          <p:nvPr/>
        </p:nvSpPr>
        <p:spPr>
          <a:xfrm>
            <a:off x="472875" y="2303575"/>
            <a:ext cx="28173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Advertising: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Rigid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Misses hidden trends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61"/>
          <p:cNvSpPr txBox="1"/>
          <p:nvPr/>
        </p:nvSpPr>
        <p:spPr>
          <a:xfrm>
            <a:off x="452625" y="3243900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Staff Recommendation: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Inconsistent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2"/>
          <p:cNvSpPr txBox="1"/>
          <p:nvPr>
            <p:ph type="title"/>
          </p:nvPr>
        </p:nvSpPr>
        <p:spPr>
          <a:xfrm>
            <a:off x="228600" y="457200"/>
            <a:ext cx="4296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Upselling</a:t>
            </a:r>
            <a:endParaRPr/>
          </a:p>
        </p:txBody>
      </p:sp>
      <p:sp>
        <p:nvSpPr>
          <p:cNvPr id="611" name="Google Shape;611;p62"/>
          <p:cNvSpPr txBox="1"/>
          <p:nvPr>
            <p:ph idx="3" type="body"/>
          </p:nvPr>
        </p:nvSpPr>
        <p:spPr>
          <a:xfrm>
            <a:off x="246150" y="1070200"/>
            <a:ext cx="2817300" cy="73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The goal is to push new items on small orders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612" name="Google Shape;612;p62" title="Screenshot 2025-08-01 4.41.41 PM.png"/>
          <p:cNvPicPr preferRelativeResize="0"/>
          <p:nvPr/>
        </p:nvPicPr>
        <p:blipFill rotWithShape="1">
          <a:blip r:embed="rId3">
            <a:alphaModFix/>
          </a:blip>
          <a:srcRect b="0" l="20559" r="25941" t="0"/>
          <a:stretch/>
        </p:blipFill>
        <p:spPr>
          <a:xfrm>
            <a:off x="4144564" y="0"/>
            <a:ext cx="4999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2"/>
          <p:cNvSpPr txBox="1"/>
          <p:nvPr/>
        </p:nvSpPr>
        <p:spPr>
          <a:xfrm>
            <a:off x="310750" y="1877975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Traditional Methods: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4" name="Google Shape;614;p62"/>
          <p:cNvSpPr txBox="1"/>
          <p:nvPr/>
        </p:nvSpPr>
        <p:spPr>
          <a:xfrm>
            <a:off x="472875" y="2303575"/>
            <a:ext cx="28173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Advertising: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Rigid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Misses hidden trends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62"/>
          <p:cNvSpPr txBox="1"/>
          <p:nvPr/>
        </p:nvSpPr>
        <p:spPr>
          <a:xfrm>
            <a:off x="452625" y="3243900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Staff Recommendation: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Inconsistent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6" name="Google Shape;616;p62" title="ChatGPT Image Aug 1, 2025, 05_02_32 PM.png"/>
          <p:cNvPicPr preferRelativeResize="0"/>
          <p:nvPr/>
        </p:nvPicPr>
        <p:blipFill rotWithShape="1">
          <a:blip r:embed="rId4">
            <a:alphaModFix/>
          </a:blip>
          <a:srcRect b="15706" l="0" r="0" t="15706"/>
          <a:stretch/>
        </p:blipFill>
        <p:spPr>
          <a:xfrm>
            <a:off x="-12" y="0"/>
            <a:ext cx="49994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3"/>
          <p:cNvSpPr txBox="1"/>
          <p:nvPr>
            <p:ph type="title"/>
          </p:nvPr>
        </p:nvSpPr>
        <p:spPr>
          <a:xfrm>
            <a:off x="228600" y="457200"/>
            <a:ext cx="4296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Upselling</a:t>
            </a:r>
            <a:endParaRPr/>
          </a:p>
        </p:txBody>
      </p:sp>
      <p:sp>
        <p:nvSpPr>
          <p:cNvPr id="622" name="Google Shape;622;p63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23" name="Google Shape;623;p63"/>
          <p:cNvSpPr txBox="1"/>
          <p:nvPr>
            <p:ph idx="3" type="body"/>
          </p:nvPr>
        </p:nvSpPr>
        <p:spPr>
          <a:xfrm>
            <a:off x="246150" y="1070200"/>
            <a:ext cx="2817300" cy="73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The goal is to push new items on small orders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24" name="Google Shape;624;p63"/>
          <p:cNvSpPr txBox="1"/>
          <p:nvPr/>
        </p:nvSpPr>
        <p:spPr>
          <a:xfrm>
            <a:off x="310750" y="1877975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Traditional Methods: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5" name="Google Shape;625;p63"/>
          <p:cNvSpPr txBox="1"/>
          <p:nvPr/>
        </p:nvSpPr>
        <p:spPr>
          <a:xfrm>
            <a:off x="472875" y="2303575"/>
            <a:ext cx="28173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Advertising: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Rigid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Misses hidden trends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6" name="Google Shape;626;p63"/>
          <p:cNvSpPr txBox="1"/>
          <p:nvPr/>
        </p:nvSpPr>
        <p:spPr>
          <a:xfrm>
            <a:off x="605025" y="3243900"/>
            <a:ext cx="2817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Staff Recommendation: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-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Inconsistent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7" name="Google Shape;627;p63" title="ChatGPT Image Aug 1, 2025, 05_02_32 PM.png"/>
          <p:cNvPicPr preferRelativeResize="0"/>
          <p:nvPr/>
        </p:nvPicPr>
        <p:blipFill rotWithShape="1">
          <a:blip r:embed="rId3">
            <a:alphaModFix/>
          </a:blip>
          <a:srcRect b="15706" l="0" r="0" t="15706"/>
          <a:stretch/>
        </p:blipFill>
        <p:spPr>
          <a:xfrm>
            <a:off x="0" y="0"/>
            <a:ext cx="49994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63"/>
          <p:cNvSpPr txBox="1"/>
          <p:nvPr/>
        </p:nvSpPr>
        <p:spPr>
          <a:xfrm>
            <a:off x="5336700" y="439100"/>
            <a:ext cx="35787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Machine Learning Tools for Pattern Detection</a:t>
            </a:r>
            <a:endParaRPr b="1" sz="22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9" name="Google Shape;629;p63"/>
          <p:cNvSpPr txBox="1"/>
          <p:nvPr/>
        </p:nvSpPr>
        <p:spPr>
          <a:xfrm>
            <a:off x="5235375" y="1411850"/>
            <a:ext cx="35466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-"/>
            </a:pPr>
            <a:r>
              <a:rPr b="1" lang="en" sz="2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Apriori Systems:</a:t>
            </a:r>
            <a:endParaRPr b="1" sz="2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-"/>
            </a:pP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Recommends frequently associated products</a:t>
            </a:r>
            <a:endParaRPr b="1" i="1" sz="2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Google Shape;630;p63"/>
          <p:cNvSpPr txBox="1"/>
          <p:nvPr/>
        </p:nvSpPr>
        <p:spPr>
          <a:xfrm>
            <a:off x="5352750" y="3003150"/>
            <a:ext cx="35466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-"/>
            </a:pPr>
            <a:r>
              <a:rPr b="1" lang="en" sz="2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Collaborative</a:t>
            </a:r>
            <a:r>
              <a:rPr b="1" lang="en" sz="2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Filtering</a:t>
            </a:r>
            <a:r>
              <a:rPr b="1" lang="en" sz="2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Systems:</a:t>
            </a:r>
            <a:endParaRPr b="1" sz="2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-"/>
            </a:pP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Recommends based on known customer behavior</a:t>
            </a:r>
            <a:endParaRPr b="1" i="1" sz="2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1" name="Google Shape;631;p63"/>
          <p:cNvSpPr/>
          <p:nvPr/>
        </p:nvSpPr>
        <p:spPr>
          <a:xfrm>
            <a:off x="5243425" y="1383175"/>
            <a:ext cx="3423900" cy="165660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4"/>
          <p:cNvSpPr/>
          <p:nvPr/>
        </p:nvSpPr>
        <p:spPr>
          <a:xfrm>
            <a:off x="0" y="1946225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7" name="Google Shape;637;p64"/>
          <p:cNvSpPr/>
          <p:nvPr/>
        </p:nvSpPr>
        <p:spPr>
          <a:xfrm rot="10800000">
            <a:off x="2424147" y="2157893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38" name="Google Shape;638;p64"/>
          <p:cNvGrpSpPr/>
          <p:nvPr/>
        </p:nvGrpSpPr>
        <p:grpSpPr>
          <a:xfrm>
            <a:off x="2482061" y="2214322"/>
            <a:ext cx="164181" cy="164181"/>
            <a:chOff x="2710161" y="1858697"/>
            <a:chExt cx="164181" cy="164181"/>
          </a:xfrm>
        </p:grpSpPr>
        <p:sp>
          <p:nvSpPr>
            <p:cNvPr id="639" name="Google Shape;639;p64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0" name="Google Shape;640;p64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1" name="Google Shape;641;p64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2" name="Google Shape;642;p64"/>
          <p:cNvSpPr/>
          <p:nvPr/>
        </p:nvSpPr>
        <p:spPr>
          <a:xfrm>
            <a:off x="182300" y="3347075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64"/>
          <p:cNvSpPr/>
          <p:nvPr/>
        </p:nvSpPr>
        <p:spPr>
          <a:xfrm>
            <a:off x="182300" y="3788675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Google Shape;644;p64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Performance on </a:t>
            </a: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Limited</a:t>
            </a: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 Data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45" name="Google Shape;645;p64"/>
          <p:cNvSpPr txBox="1"/>
          <p:nvPr>
            <p:ph idx="1" type="subTitle"/>
          </p:nvPr>
        </p:nvSpPr>
        <p:spPr>
          <a:xfrm>
            <a:off x="800" y="2153788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Item-Specific Recommender</a:t>
            </a:r>
            <a:endParaRPr/>
          </a:p>
        </p:txBody>
      </p:sp>
      <p:sp>
        <p:nvSpPr>
          <p:cNvPr id="646" name="Google Shape;646;p64"/>
          <p:cNvSpPr txBox="1"/>
          <p:nvPr>
            <p:ph idx="5" type="subTitle"/>
          </p:nvPr>
        </p:nvSpPr>
        <p:spPr>
          <a:xfrm>
            <a:off x="182300" y="3347075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</a:t>
            </a:r>
            <a:endParaRPr/>
          </a:p>
        </p:txBody>
      </p:sp>
      <p:sp>
        <p:nvSpPr>
          <p:cNvPr id="647" name="Google Shape;647;p64"/>
          <p:cNvSpPr txBox="1"/>
          <p:nvPr>
            <p:ph idx="6" type="subTitle"/>
          </p:nvPr>
        </p:nvSpPr>
        <p:spPr>
          <a:xfrm>
            <a:off x="1437800" y="3347075"/>
            <a:ext cx="1266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27.67%</a:t>
            </a:r>
            <a:endParaRPr/>
          </a:p>
        </p:txBody>
      </p:sp>
      <p:sp>
        <p:nvSpPr>
          <p:cNvPr id="648" name="Google Shape;648;p64"/>
          <p:cNvSpPr txBox="1"/>
          <p:nvPr>
            <p:ph idx="8" type="subTitle"/>
          </p:nvPr>
        </p:nvSpPr>
        <p:spPr>
          <a:xfrm>
            <a:off x="182300" y="4245875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649" name="Google Shape;649;p64"/>
          <p:cNvSpPr txBox="1"/>
          <p:nvPr>
            <p:ph idx="9" type="subTitle"/>
          </p:nvPr>
        </p:nvSpPr>
        <p:spPr>
          <a:xfrm>
            <a:off x="1471650" y="3788675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31.06</a:t>
            </a:r>
            <a:r>
              <a:rPr lang="en"/>
              <a:t>%</a:t>
            </a:r>
            <a:endParaRPr/>
          </a:p>
        </p:txBody>
      </p:sp>
      <p:sp>
        <p:nvSpPr>
          <p:cNvPr id="650" name="Google Shape;650;p64"/>
          <p:cNvSpPr txBox="1"/>
          <p:nvPr>
            <p:ph idx="9" type="subTitle"/>
          </p:nvPr>
        </p:nvSpPr>
        <p:spPr>
          <a:xfrm>
            <a:off x="1471650" y="4245875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29.48%</a:t>
            </a:r>
            <a:endParaRPr/>
          </a:p>
        </p:txBody>
      </p:sp>
      <p:sp>
        <p:nvSpPr>
          <p:cNvPr id="651" name="Google Shape;651;p64"/>
          <p:cNvSpPr txBox="1"/>
          <p:nvPr>
            <p:ph idx="8" type="subTitle"/>
          </p:nvPr>
        </p:nvSpPr>
        <p:spPr>
          <a:xfrm>
            <a:off x="182300" y="3788675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652" name="Google Shape;652;p64"/>
          <p:cNvSpPr/>
          <p:nvPr/>
        </p:nvSpPr>
        <p:spPr>
          <a:xfrm>
            <a:off x="182423" y="4245908"/>
            <a:ext cx="2522100" cy="342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					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3" name="Google Shape;653;p64"/>
          <p:cNvSpPr txBox="1"/>
          <p:nvPr/>
        </p:nvSpPr>
        <p:spPr>
          <a:xfrm>
            <a:off x="4699350" y="520100"/>
            <a:ext cx="4619100" cy="11847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Multi-Item Orders for Training: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9687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Single-Item Orders for Upsell: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29583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 Rate = (Relevant Recs)/(Total Recs) * 100%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64"/>
          <p:cNvSpPr txBox="1"/>
          <p:nvPr>
            <p:ph idx="2" type="body"/>
          </p:nvPr>
        </p:nvSpPr>
        <p:spPr>
          <a:xfrm>
            <a:off x="116550" y="29121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 Products by 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5"/>
          <p:cNvSpPr/>
          <p:nvPr/>
        </p:nvSpPr>
        <p:spPr>
          <a:xfrm>
            <a:off x="0" y="1946225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60" name="Google Shape;660;p65"/>
          <p:cNvSpPr/>
          <p:nvPr/>
        </p:nvSpPr>
        <p:spPr>
          <a:xfrm rot="10800000">
            <a:off x="2424147" y="2157893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1" name="Google Shape;661;p65"/>
          <p:cNvGrpSpPr/>
          <p:nvPr/>
        </p:nvGrpSpPr>
        <p:grpSpPr>
          <a:xfrm>
            <a:off x="2482061" y="2214322"/>
            <a:ext cx="164181" cy="164181"/>
            <a:chOff x="2710161" y="1858697"/>
            <a:chExt cx="164181" cy="164181"/>
          </a:xfrm>
        </p:grpSpPr>
        <p:sp>
          <p:nvSpPr>
            <p:cNvPr id="662" name="Google Shape;662;p65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63" name="Google Shape;663;p65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64" name="Google Shape;664;p65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65" name="Google Shape;665;p65"/>
          <p:cNvSpPr/>
          <p:nvPr/>
        </p:nvSpPr>
        <p:spPr>
          <a:xfrm>
            <a:off x="182300" y="3347075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6" name="Google Shape;666;p65"/>
          <p:cNvSpPr/>
          <p:nvPr/>
        </p:nvSpPr>
        <p:spPr>
          <a:xfrm>
            <a:off x="182300" y="3788675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65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Performance on Limited Data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68" name="Google Shape;668;p65"/>
          <p:cNvSpPr txBox="1"/>
          <p:nvPr>
            <p:ph idx="1" type="subTitle"/>
          </p:nvPr>
        </p:nvSpPr>
        <p:spPr>
          <a:xfrm>
            <a:off x="800" y="2153788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Item-Specific Recommender</a:t>
            </a:r>
            <a:endParaRPr/>
          </a:p>
        </p:txBody>
      </p:sp>
      <p:sp>
        <p:nvSpPr>
          <p:cNvPr id="669" name="Google Shape;669;p65"/>
          <p:cNvSpPr txBox="1"/>
          <p:nvPr>
            <p:ph idx="5" type="subTitle"/>
          </p:nvPr>
        </p:nvSpPr>
        <p:spPr>
          <a:xfrm>
            <a:off x="182300" y="3347075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</a:t>
            </a:r>
            <a:endParaRPr/>
          </a:p>
        </p:txBody>
      </p:sp>
      <p:sp>
        <p:nvSpPr>
          <p:cNvPr id="670" name="Google Shape;670;p65"/>
          <p:cNvSpPr txBox="1"/>
          <p:nvPr>
            <p:ph idx="6" type="subTitle"/>
          </p:nvPr>
        </p:nvSpPr>
        <p:spPr>
          <a:xfrm>
            <a:off x="1437800" y="3347075"/>
            <a:ext cx="1266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27.67%</a:t>
            </a:r>
            <a:endParaRPr/>
          </a:p>
        </p:txBody>
      </p:sp>
      <p:sp>
        <p:nvSpPr>
          <p:cNvPr id="671" name="Google Shape;671;p65"/>
          <p:cNvSpPr txBox="1"/>
          <p:nvPr>
            <p:ph idx="8" type="subTitle"/>
          </p:nvPr>
        </p:nvSpPr>
        <p:spPr>
          <a:xfrm>
            <a:off x="182300" y="4245875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672" name="Google Shape;672;p65"/>
          <p:cNvSpPr txBox="1"/>
          <p:nvPr>
            <p:ph idx="9" type="subTitle"/>
          </p:nvPr>
        </p:nvSpPr>
        <p:spPr>
          <a:xfrm>
            <a:off x="1471650" y="3788675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31.06%</a:t>
            </a:r>
            <a:endParaRPr/>
          </a:p>
        </p:txBody>
      </p:sp>
      <p:sp>
        <p:nvSpPr>
          <p:cNvPr id="673" name="Google Shape;673;p65"/>
          <p:cNvSpPr txBox="1"/>
          <p:nvPr>
            <p:ph idx="9" type="subTitle"/>
          </p:nvPr>
        </p:nvSpPr>
        <p:spPr>
          <a:xfrm>
            <a:off x="1471650" y="4245875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29.48%</a:t>
            </a:r>
            <a:endParaRPr/>
          </a:p>
        </p:txBody>
      </p:sp>
      <p:sp>
        <p:nvSpPr>
          <p:cNvPr id="674" name="Google Shape;674;p65"/>
          <p:cNvSpPr txBox="1"/>
          <p:nvPr>
            <p:ph idx="8" type="subTitle"/>
          </p:nvPr>
        </p:nvSpPr>
        <p:spPr>
          <a:xfrm>
            <a:off x="182300" y="3788675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675" name="Google Shape;675;p65"/>
          <p:cNvSpPr/>
          <p:nvPr/>
        </p:nvSpPr>
        <p:spPr>
          <a:xfrm>
            <a:off x="182429" y="4245877"/>
            <a:ext cx="25221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					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Google Shape;676;p65"/>
          <p:cNvSpPr txBox="1"/>
          <p:nvPr/>
        </p:nvSpPr>
        <p:spPr>
          <a:xfrm>
            <a:off x="4699350" y="520100"/>
            <a:ext cx="4619100" cy="11847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Multi-Item Orders for Training: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9687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Single-Item Orders for Upsell: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29583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 Rate = (Relevant Recs)/(Total Recs) * 100%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Google Shape;677;p65"/>
          <p:cNvSpPr/>
          <p:nvPr/>
        </p:nvSpPr>
        <p:spPr>
          <a:xfrm>
            <a:off x="3164550" y="1926000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78" name="Google Shape;678;p65"/>
          <p:cNvSpPr/>
          <p:nvPr/>
        </p:nvSpPr>
        <p:spPr>
          <a:xfrm rot="10800000">
            <a:off x="5588697" y="2137668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9" name="Google Shape;679;p65"/>
          <p:cNvGrpSpPr/>
          <p:nvPr/>
        </p:nvGrpSpPr>
        <p:grpSpPr>
          <a:xfrm>
            <a:off x="5646611" y="2194097"/>
            <a:ext cx="164181" cy="164181"/>
            <a:chOff x="2710161" y="1858697"/>
            <a:chExt cx="164181" cy="164181"/>
          </a:xfrm>
        </p:grpSpPr>
        <p:sp>
          <p:nvSpPr>
            <p:cNvPr id="680" name="Google Shape;680;p65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1" name="Google Shape;681;p65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2" name="Google Shape;682;p65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83" name="Google Shape;683;p65"/>
          <p:cNvSpPr/>
          <p:nvPr/>
        </p:nvSpPr>
        <p:spPr>
          <a:xfrm>
            <a:off x="3346850" y="33268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65"/>
          <p:cNvSpPr/>
          <p:nvPr/>
        </p:nvSpPr>
        <p:spPr>
          <a:xfrm>
            <a:off x="3346850" y="37684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5" name="Google Shape;685;p65"/>
          <p:cNvSpPr txBox="1"/>
          <p:nvPr>
            <p:ph idx="1" type="subTitle"/>
          </p:nvPr>
        </p:nvSpPr>
        <p:spPr>
          <a:xfrm>
            <a:off x="3165350" y="2133573"/>
            <a:ext cx="2299800" cy="5448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Product Category Recommender</a:t>
            </a:r>
            <a:endParaRPr sz="2300"/>
          </a:p>
        </p:txBody>
      </p:sp>
      <p:sp>
        <p:nvSpPr>
          <p:cNvPr id="686" name="Google Shape;686;p65"/>
          <p:cNvSpPr txBox="1"/>
          <p:nvPr>
            <p:ph idx="2" type="body"/>
          </p:nvPr>
        </p:nvSpPr>
        <p:spPr>
          <a:xfrm>
            <a:off x="3164550" y="29121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 Products by Category </a:t>
            </a:r>
            <a:endParaRPr/>
          </a:p>
        </p:txBody>
      </p:sp>
      <p:sp>
        <p:nvSpPr>
          <p:cNvPr id="687" name="Google Shape;687;p65"/>
          <p:cNvSpPr txBox="1"/>
          <p:nvPr>
            <p:ph idx="5" type="subTitle"/>
          </p:nvPr>
        </p:nvSpPr>
        <p:spPr>
          <a:xfrm>
            <a:off x="3346850" y="3326850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</a:t>
            </a:r>
            <a:endParaRPr/>
          </a:p>
        </p:txBody>
      </p:sp>
      <p:sp>
        <p:nvSpPr>
          <p:cNvPr id="688" name="Google Shape;688;p65"/>
          <p:cNvSpPr txBox="1"/>
          <p:nvPr>
            <p:ph idx="6" type="subTitle"/>
          </p:nvPr>
        </p:nvSpPr>
        <p:spPr>
          <a:xfrm>
            <a:off x="4602350" y="3326850"/>
            <a:ext cx="1266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83.58%</a:t>
            </a:r>
            <a:endParaRPr/>
          </a:p>
        </p:txBody>
      </p:sp>
      <p:sp>
        <p:nvSpPr>
          <p:cNvPr id="689" name="Google Shape;689;p65"/>
          <p:cNvSpPr txBox="1"/>
          <p:nvPr>
            <p:ph idx="8" type="subTitle"/>
          </p:nvPr>
        </p:nvSpPr>
        <p:spPr>
          <a:xfrm>
            <a:off x="3346850" y="42256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690" name="Google Shape;690;p65"/>
          <p:cNvSpPr txBox="1"/>
          <p:nvPr>
            <p:ph idx="9" type="subTitle"/>
          </p:nvPr>
        </p:nvSpPr>
        <p:spPr>
          <a:xfrm>
            <a:off x="4636200" y="3768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85.70%</a:t>
            </a:r>
            <a:endParaRPr/>
          </a:p>
        </p:txBody>
      </p:sp>
      <p:sp>
        <p:nvSpPr>
          <p:cNvPr id="691" name="Google Shape;691;p65"/>
          <p:cNvSpPr txBox="1"/>
          <p:nvPr>
            <p:ph idx="9" type="subTitle"/>
          </p:nvPr>
        </p:nvSpPr>
        <p:spPr>
          <a:xfrm>
            <a:off x="4636200" y="4225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84.75%</a:t>
            </a:r>
            <a:endParaRPr/>
          </a:p>
        </p:txBody>
      </p:sp>
      <p:sp>
        <p:nvSpPr>
          <p:cNvPr id="692" name="Google Shape;692;p65"/>
          <p:cNvSpPr txBox="1"/>
          <p:nvPr>
            <p:ph idx="8" type="subTitle"/>
          </p:nvPr>
        </p:nvSpPr>
        <p:spPr>
          <a:xfrm>
            <a:off x="3346850" y="37684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693" name="Google Shape;693;p65"/>
          <p:cNvSpPr/>
          <p:nvPr/>
        </p:nvSpPr>
        <p:spPr>
          <a:xfrm rot="409">
            <a:off x="3346947" y="4225612"/>
            <a:ext cx="25221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					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4" name="Google Shape;694;p65"/>
          <p:cNvSpPr txBox="1"/>
          <p:nvPr>
            <p:ph idx="2" type="body"/>
          </p:nvPr>
        </p:nvSpPr>
        <p:spPr>
          <a:xfrm>
            <a:off x="116550" y="29121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 Products by 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6"/>
          <p:cNvSpPr/>
          <p:nvPr/>
        </p:nvSpPr>
        <p:spPr>
          <a:xfrm>
            <a:off x="0" y="1946225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700" name="Google Shape;700;p66"/>
          <p:cNvSpPr/>
          <p:nvPr/>
        </p:nvSpPr>
        <p:spPr>
          <a:xfrm rot="10800000">
            <a:off x="2424147" y="2157893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1" name="Google Shape;701;p66"/>
          <p:cNvGrpSpPr/>
          <p:nvPr/>
        </p:nvGrpSpPr>
        <p:grpSpPr>
          <a:xfrm>
            <a:off x="2482061" y="2214322"/>
            <a:ext cx="164181" cy="164181"/>
            <a:chOff x="2710161" y="1858697"/>
            <a:chExt cx="164181" cy="164181"/>
          </a:xfrm>
        </p:grpSpPr>
        <p:sp>
          <p:nvSpPr>
            <p:cNvPr id="702" name="Google Shape;702;p66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3" name="Google Shape;703;p66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4" name="Google Shape;704;p66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05" name="Google Shape;705;p66"/>
          <p:cNvSpPr/>
          <p:nvPr/>
        </p:nvSpPr>
        <p:spPr>
          <a:xfrm>
            <a:off x="182300" y="3347075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6" name="Google Shape;706;p66"/>
          <p:cNvSpPr/>
          <p:nvPr/>
        </p:nvSpPr>
        <p:spPr>
          <a:xfrm>
            <a:off x="182300" y="3788675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7" name="Google Shape;707;p66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Performance on Limited Data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708" name="Google Shape;708;p66"/>
          <p:cNvSpPr txBox="1"/>
          <p:nvPr>
            <p:ph idx="1" type="subTitle"/>
          </p:nvPr>
        </p:nvSpPr>
        <p:spPr>
          <a:xfrm>
            <a:off x="800" y="2153788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Item-Specific Recommender</a:t>
            </a:r>
            <a:endParaRPr/>
          </a:p>
        </p:txBody>
      </p:sp>
      <p:sp>
        <p:nvSpPr>
          <p:cNvPr id="709" name="Google Shape;709;p66"/>
          <p:cNvSpPr txBox="1"/>
          <p:nvPr>
            <p:ph idx="5" type="subTitle"/>
          </p:nvPr>
        </p:nvSpPr>
        <p:spPr>
          <a:xfrm>
            <a:off x="182300" y="3347075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</a:t>
            </a:r>
            <a:endParaRPr/>
          </a:p>
        </p:txBody>
      </p:sp>
      <p:sp>
        <p:nvSpPr>
          <p:cNvPr id="710" name="Google Shape;710;p66"/>
          <p:cNvSpPr txBox="1"/>
          <p:nvPr>
            <p:ph idx="6" type="subTitle"/>
          </p:nvPr>
        </p:nvSpPr>
        <p:spPr>
          <a:xfrm>
            <a:off x="1437800" y="3347075"/>
            <a:ext cx="1266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27.67%</a:t>
            </a:r>
            <a:endParaRPr/>
          </a:p>
        </p:txBody>
      </p:sp>
      <p:sp>
        <p:nvSpPr>
          <p:cNvPr id="711" name="Google Shape;711;p66"/>
          <p:cNvSpPr txBox="1"/>
          <p:nvPr>
            <p:ph idx="8" type="subTitle"/>
          </p:nvPr>
        </p:nvSpPr>
        <p:spPr>
          <a:xfrm>
            <a:off x="182300" y="4245875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712" name="Google Shape;712;p66"/>
          <p:cNvSpPr txBox="1"/>
          <p:nvPr>
            <p:ph idx="9" type="subTitle"/>
          </p:nvPr>
        </p:nvSpPr>
        <p:spPr>
          <a:xfrm>
            <a:off x="1471650" y="3788675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31.06%</a:t>
            </a:r>
            <a:endParaRPr/>
          </a:p>
        </p:txBody>
      </p:sp>
      <p:sp>
        <p:nvSpPr>
          <p:cNvPr id="713" name="Google Shape;713;p66"/>
          <p:cNvSpPr txBox="1"/>
          <p:nvPr>
            <p:ph idx="9" type="subTitle"/>
          </p:nvPr>
        </p:nvSpPr>
        <p:spPr>
          <a:xfrm>
            <a:off x="1471650" y="4245875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29.48%</a:t>
            </a:r>
            <a:endParaRPr/>
          </a:p>
        </p:txBody>
      </p:sp>
      <p:sp>
        <p:nvSpPr>
          <p:cNvPr id="714" name="Google Shape;714;p66"/>
          <p:cNvSpPr txBox="1"/>
          <p:nvPr>
            <p:ph idx="8" type="subTitle"/>
          </p:nvPr>
        </p:nvSpPr>
        <p:spPr>
          <a:xfrm>
            <a:off x="182300" y="3788675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715" name="Google Shape;715;p66"/>
          <p:cNvSpPr/>
          <p:nvPr/>
        </p:nvSpPr>
        <p:spPr>
          <a:xfrm>
            <a:off x="182429" y="4245877"/>
            <a:ext cx="25221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					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6" name="Google Shape;716;p66"/>
          <p:cNvSpPr txBox="1"/>
          <p:nvPr/>
        </p:nvSpPr>
        <p:spPr>
          <a:xfrm>
            <a:off x="4699350" y="520100"/>
            <a:ext cx="4619100" cy="11847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Multi-Item Orders for Training: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9687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Single-Item Orders for Upsell:</a:t>
            </a: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29583 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 Rate = (Relevant Recs)/(Total Recs) * 100%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66"/>
          <p:cNvSpPr/>
          <p:nvPr/>
        </p:nvSpPr>
        <p:spPr>
          <a:xfrm>
            <a:off x="3164550" y="1926000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718" name="Google Shape;718;p66"/>
          <p:cNvSpPr/>
          <p:nvPr/>
        </p:nvSpPr>
        <p:spPr>
          <a:xfrm rot="10800000">
            <a:off x="5588697" y="2137668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19" name="Google Shape;719;p66"/>
          <p:cNvGrpSpPr/>
          <p:nvPr/>
        </p:nvGrpSpPr>
        <p:grpSpPr>
          <a:xfrm>
            <a:off x="5646611" y="2194097"/>
            <a:ext cx="164181" cy="164181"/>
            <a:chOff x="2710161" y="1858697"/>
            <a:chExt cx="164181" cy="164181"/>
          </a:xfrm>
        </p:grpSpPr>
        <p:sp>
          <p:nvSpPr>
            <p:cNvPr id="720" name="Google Shape;720;p66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1" name="Google Shape;721;p66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2" name="Google Shape;722;p66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23" name="Google Shape;723;p66"/>
          <p:cNvSpPr/>
          <p:nvPr/>
        </p:nvSpPr>
        <p:spPr>
          <a:xfrm>
            <a:off x="3346850" y="33268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4" name="Google Shape;724;p66"/>
          <p:cNvSpPr/>
          <p:nvPr/>
        </p:nvSpPr>
        <p:spPr>
          <a:xfrm>
            <a:off x="3346850" y="37684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5" name="Google Shape;725;p66"/>
          <p:cNvSpPr txBox="1"/>
          <p:nvPr>
            <p:ph idx="1" type="subTitle"/>
          </p:nvPr>
        </p:nvSpPr>
        <p:spPr>
          <a:xfrm>
            <a:off x="3165350" y="2133573"/>
            <a:ext cx="2299800" cy="5448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Product Category Recommender</a:t>
            </a:r>
            <a:endParaRPr sz="2300"/>
          </a:p>
        </p:txBody>
      </p:sp>
      <p:sp>
        <p:nvSpPr>
          <p:cNvPr id="726" name="Google Shape;726;p66"/>
          <p:cNvSpPr txBox="1"/>
          <p:nvPr>
            <p:ph idx="2" type="body"/>
          </p:nvPr>
        </p:nvSpPr>
        <p:spPr>
          <a:xfrm>
            <a:off x="3164550" y="29121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 Products by Category </a:t>
            </a:r>
            <a:endParaRPr/>
          </a:p>
        </p:txBody>
      </p:sp>
      <p:sp>
        <p:nvSpPr>
          <p:cNvPr id="727" name="Google Shape;727;p66"/>
          <p:cNvSpPr txBox="1"/>
          <p:nvPr>
            <p:ph idx="5" type="subTitle"/>
          </p:nvPr>
        </p:nvSpPr>
        <p:spPr>
          <a:xfrm>
            <a:off x="3346850" y="3326850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</a:t>
            </a:r>
            <a:endParaRPr/>
          </a:p>
        </p:txBody>
      </p:sp>
      <p:sp>
        <p:nvSpPr>
          <p:cNvPr id="728" name="Google Shape;728;p66"/>
          <p:cNvSpPr txBox="1"/>
          <p:nvPr>
            <p:ph idx="6" type="subTitle"/>
          </p:nvPr>
        </p:nvSpPr>
        <p:spPr>
          <a:xfrm>
            <a:off x="4602350" y="3326850"/>
            <a:ext cx="1266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83.58%</a:t>
            </a:r>
            <a:endParaRPr/>
          </a:p>
        </p:txBody>
      </p:sp>
      <p:sp>
        <p:nvSpPr>
          <p:cNvPr id="729" name="Google Shape;729;p66"/>
          <p:cNvSpPr txBox="1"/>
          <p:nvPr>
            <p:ph idx="8" type="subTitle"/>
          </p:nvPr>
        </p:nvSpPr>
        <p:spPr>
          <a:xfrm>
            <a:off x="3346850" y="42256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730" name="Google Shape;730;p66"/>
          <p:cNvSpPr txBox="1"/>
          <p:nvPr>
            <p:ph idx="9" type="subTitle"/>
          </p:nvPr>
        </p:nvSpPr>
        <p:spPr>
          <a:xfrm>
            <a:off x="4636200" y="3768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85.70%</a:t>
            </a:r>
            <a:endParaRPr/>
          </a:p>
        </p:txBody>
      </p:sp>
      <p:sp>
        <p:nvSpPr>
          <p:cNvPr id="731" name="Google Shape;731;p66"/>
          <p:cNvSpPr txBox="1"/>
          <p:nvPr>
            <p:ph idx="9" type="subTitle"/>
          </p:nvPr>
        </p:nvSpPr>
        <p:spPr>
          <a:xfrm>
            <a:off x="4636200" y="4225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84.75%</a:t>
            </a:r>
            <a:endParaRPr/>
          </a:p>
        </p:txBody>
      </p:sp>
      <p:sp>
        <p:nvSpPr>
          <p:cNvPr id="732" name="Google Shape;732;p66"/>
          <p:cNvSpPr txBox="1"/>
          <p:nvPr>
            <p:ph idx="8" type="subTitle"/>
          </p:nvPr>
        </p:nvSpPr>
        <p:spPr>
          <a:xfrm>
            <a:off x="3346850" y="37684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733" name="Google Shape;733;p66"/>
          <p:cNvSpPr/>
          <p:nvPr/>
        </p:nvSpPr>
        <p:spPr>
          <a:xfrm rot="409">
            <a:off x="3346947" y="4225612"/>
            <a:ext cx="25221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					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4" name="Google Shape;734;p66"/>
          <p:cNvSpPr txBox="1"/>
          <p:nvPr>
            <p:ph idx="2" type="body"/>
          </p:nvPr>
        </p:nvSpPr>
        <p:spPr>
          <a:xfrm>
            <a:off x="116550" y="29121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 Products by Name</a:t>
            </a:r>
            <a:endParaRPr/>
          </a:p>
        </p:txBody>
      </p:sp>
      <p:sp>
        <p:nvSpPr>
          <p:cNvPr id="735" name="Google Shape;735;p66"/>
          <p:cNvSpPr/>
          <p:nvPr/>
        </p:nvSpPr>
        <p:spPr>
          <a:xfrm>
            <a:off x="6329100" y="1926000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736" name="Google Shape;736;p66"/>
          <p:cNvSpPr/>
          <p:nvPr/>
        </p:nvSpPr>
        <p:spPr>
          <a:xfrm rot="10800000">
            <a:off x="8816397" y="2137668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37" name="Google Shape;737;p66"/>
          <p:cNvGrpSpPr/>
          <p:nvPr/>
        </p:nvGrpSpPr>
        <p:grpSpPr>
          <a:xfrm>
            <a:off x="8874311" y="2194097"/>
            <a:ext cx="164181" cy="164181"/>
            <a:chOff x="2710161" y="1858697"/>
            <a:chExt cx="164181" cy="164181"/>
          </a:xfrm>
        </p:grpSpPr>
        <p:sp>
          <p:nvSpPr>
            <p:cNvPr id="738" name="Google Shape;738;p66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9" name="Google Shape;739;p66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0" name="Google Shape;740;p66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41" name="Google Shape;741;p66"/>
          <p:cNvSpPr/>
          <p:nvPr/>
        </p:nvSpPr>
        <p:spPr>
          <a:xfrm>
            <a:off x="6511400" y="33268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66"/>
          <p:cNvSpPr/>
          <p:nvPr/>
        </p:nvSpPr>
        <p:spPr>
          <a:xfrm>
            <a:off x="6511400" y="37684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3" name="Google Shape;743;p66"/>
          <p:cNvSpPr txBox="1"/>
          <p:nvPr>
            <p:ph idx="1" type="subTitle"/>
          </p:nvPr>
        </p:nvSpPr>
        <p:spPr>
          <a:xfrm>
            <a:off x="6329900" y="2133573"/>
            <a:ext cx="2299800" cy="5448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Product Category Recommender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(Advanced)</a:t>
            </a:r>
            <a:endParaRPr sz="2300"/>
          </a:p>
        </p:txBody>
      </p:sp>
      <p:sp>
        <p:nvSpPr>
          <p:cNvPr id="744" name="Google Shape;744;p66"/>
          <p:cNvSpPr txBox="1"/>
          <p:nvPr>
            <p:ph idx="2" type="body"/>
          </p:nvPr>
        </p:nvSpPr>
        <p:spPr>
          <a:xfrm>
            <a:off x="6329100" y="29121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feature engineering, clustering, and k-means to boost performance</a:t>
            </a:r>
            <a:endParaRPr/>
          </a:p>
        </p:txBody>
      </p:sp>
      <p:sp>
        <p:nvSpPr>
          <p:cNvPr id="745" name="Google Shape;745;p66"/>
          <p:cNvSpPr txBox="1"/>
          <p:nvPr>
            <p:ph idx="5" type="subTitle"/>
          </p:nvPr>
        </p:nvSpPr>
        <p:spPr>
          <a:xfrm>
            <a:off x="6511400" y="3326850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</a:t>
            </a:r>
            <a:endParaRPr/>
          </a:p>
        </p:txBody>
      </p:sp>
      <p:sp>
        <p:nvSpPr>
          <p:cNvPr id="746" name="Google Shape;746;p66"/>
          <p:cNvSpPr txBox="1"/>
          <p:nvPr>
            <p:ph idx="6" type="subTitle"/>
          </p:nvPr>
        </p:nvSpPr>
        <p:spPr>
          <a:xfrm>
            <a:off x="7766900" y="3326850"/>
            <a:ext cx="1266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78.56%</a:t>
            </a:r>
            <a:endParaRPr/>
          </a:p>
        </p:txBody>
      </p:sp>
      <p:sp>
        <p:nvSpPr>
          <p:cNvPr id="747" name="Google Shape;747;p66"/>
          <p:cNvSpPr txBox="1"/>
          <p:nvPr>
            <p:ph idx="8" type="subTitle"/>
          </p:nvPr>
        </p:nvSpPr>
        <p:spPr>
          <a:xfrm>
            <a:off x="6511400" y="42256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748" name="Google Shape;748;p66"/>
          <p:cNvSpPr txBox="1"/>
          <p:nvPr>
            <p:ph idx="9" type="subTitle"/>
          </p:nvPr>
        </p:nvSpPr>
        <p:spPr>
          <a:xfrm>
            <a:off x="7800750" y="3768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84.43%</a:t>
            </a:r>
            <a:endParaRPr/>
          </a:p>
        </p:txBody>
      </p:sp>
      <p:sp>
        <p:nvSpPr>
          <p:cNvPr id="749" name="Google Shape;749;p66"/>
          <p:cNvSpPr txBox="1"/>
          <p:nvPr>
            <p:ph idx="9" type="subTitle"/>
          </p:nvPr>
        </p:nvSpPr>
        <p:spPr>
          <a:xfrm>
            <a:off x="7800750" y="4225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81.77%</a:t>
            </a:r>
            <a:endParaRPr/>
          </a:p>
        </p:txBody>
      </p:sp>
      <p:sp>
        <p:nvSpPr>
          <p:cNvPr id="750" name="Google Shape;750;p66"/>
          <p:cNvSpPr txBox="1"/>
          <p:nvPr>
            <p:ph idx="8" type="subTitle"/>
          </p:nvPr>
        </p:nvSpPr>
        <p:spPr>
          <a:xfrm>
            <a:off x="6511400" y="37684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751" name="Google Shape;751;p66"/>
          <p:cNvSpPr/>
          <p:nvPr/>
        </p:nvSpPr>
        <p:spPr>
          <a:xfrm rot="-409">
            <a:off x="6511480" y="4225724"/>
            <a:ext cx="25224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					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2" name="Google Shape;752;p66"/>
          <p:cNvSpPr/>
          <p:nvPr/>
        </p:nvSpPr>
        <p:spPr>
          <a:xfrm>
            <a:off x="3113800" y="1974400"/>
            <a:ext cx="2967000" cy="304470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7"/>
          <p:cNvSpPr txBox="1"/>
          <p:nvPr>
            <p:ph idx="4294967295" type="title"/>
          </p:nvPr>
        </p:nvSpPr>
        <p:spPr>
          <a:xfrm>
            <a:off x="228600" y="457200"/>
            <a:ext cx="4296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 Features (Non LLM)</a:t>
            </a:r>
            <a:endParaRPr/>
          </a:p>
        </p:txBody>
      </p:sp>
      <p:sp>
        <p:nvSpPr>
          <p:cNvPr id="758" name="Google Shape;758;p67"/>
          <p:cNvSpPr/>
          <p:nvPr/>
        </p:nvSpPr>
        <p:spPr>
          <a:xfrm>
            <a:off x="59600" y="951800"/>
            <a:ext cx="9029400" cy="358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59" name="Google Shape;759;p67"/>
          <p:cNvGraphicFramePr/>
          <p:nvPr/>
        </p:nvGraphicFramePr>
        <p:xfrm>
          <a:off x="554625" y="11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{ED749346-0B67-48B4-815F-292ACA4F894D}</a:tableStyleId>
              </a:tblPr>
              <a:tblGrid>
                <a:gridCol w="2709550"/>
                <a:gridCol w="2709550"/>
                <a:gridCol w="2709550"/>
              </a:tblGrid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Customer Order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Recommendation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Coffee, Scone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Bakery, Syrup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Based on your order, you might also like: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*Ginger Scone* — a delightful treat. Only $3.25!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*Carmel syrup* — a delightful treat. Only $0.80!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8"/>
          <p:cNvSpPr txBox="1"/>
          <p:nvPr>
            <p:ph idx="4294967295" type="title"/>
          </p:nvPr>
        </p:nvSpPr>
        <p:spPr>
          <a:xfrm>
            <a:off x="228600" y="457200"/>
            <a:ext cx="4296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 Features (Non LLM)</a:t>
            </a:r>
            <a:endParaRPr/>
          </a:p>
        </p:txBody>
      </p:sp>
      <p:sp>
        <p:nvSpPr>
          <p:cNvPr id="765" name="Google Shape;765;p68"/>
          <p:cNvSpPr/>
          <p:nvPr/>
        </p:nvSpPr>
        <p:spPr>
          <a:xfrm>
            <a:off x="59600" y="951800"/>
            <a:ext cx="9029400" cy="358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66" name="Google Shape;766;p68"/>
          <p:cNvGraphicFramePr/>
          <p:nvPr/>
        </p:nvGraphicFramePr>
        <p:xfrm>
          <a:off x="554625" y="11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{ED749346-0B67-48B4-815F-292ACA4F894D}</a:tableStyleId>
              </a:tblPr>
              <a:tblGrid>
                <a:gridCol w="2709550"/>
                <a:gridCol w="2709550"/>
                <a:gridCol w="2709550"/>
              </a:tblGrid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Customer Order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Recommendation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Coffee, Scone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Bakery, Syrup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Based on your order, you might also like: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*Ginger Scone* — a delightful treat. Only $3.25!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*Carmel syrup* — a delightful treat. Only $0.80!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Bakery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Based on your order, you might also like: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*Oatmeal Scone* — a delightful treat. Only $3.00!</a:t>
                      </a:r>
                      <a:endParaRPr sz="6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9"/>
          <p:cNvSpPr txBox="1"/>
          <p:nvPr>
            <p:ph idx="4294967295" type="title"/>
          </p:nvPr>
        </p:nvSpPr>
        <p:spPr>
          <a:xfrm>
            <a:off x="228600" y="457200"/>
            <a:ext cx="4296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 Features (Non LLM)</a:t>
            </a:r>
            <a:endParaRPr/>
          </a:p>
        </p:txBody>
      </p:sp>
      <p:sp>
        <p:nvSpPr>
          <p:cNvPr id="772" name="Google Shape;772;p69"/>
          <p:cNvSpPr/>
          <p:nvPr/>
        </p:nvSpPr>
        <p:spPr>
          <a:xfrm>
            <a:off x="59600" y="951800"/>
            <a:ext cx="9029400" cy="358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73" name="Google Shape;773;p69"/>
          <p:cNvGraphicFramePr/>
          <p:nvPr/>
        </p:nvGraphicFramePr>
        <p:xfrm>
          <a:off x="554625" y="11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{ED749346-0B67-48B4-815F-292ACA4F894D}</a:tableStyleId>
              </a:tblPr>
              <a:tblGrid>
                <a:gridCol w="2709550"/>
                <a:gridCol w="2709550"/>
                <a:gridCol w="2709550"/>
              </a:tblGrid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Customer Order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Recommendation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u="sng">
                          <a:solidFill>
                            <a:schemeClr val="dk1"/>
                          </a:solidFill>
                        </a:rPr>
                        <a:t>Output</a:t>
                      </a:r>
                      <a:endParaRPr b="1" i="1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Coffee, Scone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Bakery, Syrup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Based on your order, you might also like: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*Ginger Scone* — a delightful treat. Only $3.25!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*Carmel syrup* — a delightful treat. Only $0.80!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Bakery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Based on your order, you might also like:</a:t>
                      </a:r>
                      <a:endParaRPr sz="650">
                        <a:solidFill>
                          <a:srgbClr val="E3E3E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*Oatmeal Scone* — a delightful treat. Only $3.00!</a:t>
                      </a:r>
                      <a:endParaRPr sz="6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Unknown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None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E3E3E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Have a great day!</a:t>
                      </a:r>
                      <a:endParaRPr sz="3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0"/>
          <p:cNvSpPr/>
          <p:nvPr/>
        </p:nvSpPr>
        <p:spPr>
          <a:xfrm>
            <a:off x="3157956" y="1210115"/>
            <a:ext cx="5400300" cy="3366600"/>
          </a:xfrm>
          <a:prstGeom prst="roundRect">
            <a:avLst>
              <a:gd fmla="val 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38475" lIns="138475" spcFirstLastPara="1" rIns="138475" wrap="square" tIns="13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9" name="Google Shape;779;p70"/>
          <p:cNvSpPr/>
          <p:nvPr/>
        </p:nvSpPr>
        <p:spPr>
          <a:xfrm rot="-5400000">
            <a:off x="1509475" y="2847314"/>
            <a:ext cx="3366600" cy="89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38475" lIns="138475" spcFirstLastPara="1" rIns="138475" wrap="square" tIns="13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0" name="Google Shape;780;p70"/>
          <p:cNvSpPr txBox="1"/>
          <p:nvPr>
            <p:ph type="title"/>
          </p:nvPr>
        </p:nvSpPr>
        <p:spPr>
          <a:xfrm>
            <a:off x="228600" y="457200"/>
            <a:ext cx="4661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Projected Average Revenue Boost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781" name="Google Shape;781;p70"/>
          <p:cNvSpPr txBox="1"/>
          <p:nvPr>
            <p:ph idx="4" type="body"/>
          </p:nvPr>
        </p:nvSpPr>
        <p:spPr>
          <a:xfrm>
            <a:off x="229175" y="1285800"/>
            <a:ext cx="2834100" cy="23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/>
              <a:t>Assumptions</a:t>
            </a:r>
            <a:endParaRPr b="1" sz="13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/>
          </a:p>
          <a:p>
            <a:pPr indent="-219709" lvl="0" marL="20116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b="1" lang="en" sz="1300"/>
              <a:t>Number of single-item orders each month is unchanged (29583)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19709" lvl="0" marL="20116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b="1" lang="en" sz="1300"/>
              <a:t>Just 10% of purchasing customers add a recommended item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19709" lvl="0" marL="20116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b="1" lang="en" sz="1300"/>
              <a:t>Only considering Stores 3, 5, and 8</a:t>
            </a:r>
            <a:endParaRPr b="1" sz="1300"/>
          </a:p>
          <a:p>
            <a:pPr indent="0" lvl="0" marL="201168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19709" lvl="0" marL="20116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b="1" lang="en" sz="1300"/>
              <a:t>Average Product Price: $6.58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19709" lvl="0" marL="20116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b="1" lang="en" sz="1300"/>
              <a:t>Average Product Cost: $3.89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19709" lvl="0" marL="20116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b="1" lang="en" sz="1300"/>
              <a:t>Average Net: $3.89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782" name="Google Shape;782;p70"/>
          <p:cNvSpPr txBox="1"/>
          <p:nvPr>
            <p:ph idx="5" type="subTitle"/>
          </p:nvPr>
        </p:nvSpPr>
        <p:spPr>
          <a:xfrm>
            <a:off x="3764906" y="1431212"/>
            <a:ext cx="2046000" cy="539700"/>
          </a:xfrm>
          <a:prstGeom prst="rect">
            <a:avLst/>
          </a:prstGeom>
        </p:spPr>
        <p:txBody>
          <a:bodyPr anchorCtr="0" anchor="b" bIns="138475" lIns="138475" spcFirstLastPara="1" rIns="138475" wrap="square" tIns="1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4"/>
              <a:t>Boosted Monthly Revenue Per Store</a:t>
            </a:r>
            <a:endParaRPr sz="1514"/>
          </a:p>
        </p:txBody>
      </p:sp>
      <p:sp>
        <p:nvSpPr>
          <p:cNvPr id="783" name="Google Shape;783;p70"/>
          <p:cNvSpPr txBox="1"/>
          <p:nvPr>
            <p:ph idx="6" type="subTitle"/>
          </p:nvPr>
        </p:nvSpPr>
        <p:spPr>
          <a:xfrm>
            <a:off x="5952900" y="1431200"/>
            <a:ext cx="1953900" cy="539700"/>
          </a:xfrm>
          <a:prstGeom prst="rect">
            <a:avLst/>
          </a:prstGeom>
        </p:spPr>
        <p:txBody>
          <a:bodyPr anchorCtr="0" anchor="b" bIns="138475" lIns="138475" spcFirstLastPara="1" rIns="138475" wrap="square" tIns="1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4"/>
              <a:t>Percent Monthly </a:t>
            </a:r>
            <a:endParaRPr sz="151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4"/>
              <a:t>Boost</a:t>
            </a:r>
            <a:endParaRPr sz="1514"/>
          </a:p>
        </p:txBody>
      </p:sp>
      <p:sp>
        <p:nvSpPr>
          <p:cNvPr id="784" name="Google Shape;784;p70"/>
          <p:cNvSpPr txBox="1"/>
          <p:nvPr>
            <p:ph idx="7" type="subTitle"/>
          </p:nvPr>
        </p:nvSpPr>
        <p:spPr>
          <a:xfrm>
            <a:off x="5836500" y="1895875"/>
            <a:ext cx="2664000" cy="1019700"/>
          </a:xfrm>
          <a:prstGeom prst="rect">
            <a:avLst/>
          </a:prstGeom>
        </p:spPr>
        <p:txBody>
          <a:bodyPr anchorCtr="0" anchor="t" bIns="138475" lIns="138475" spcFirstLastPara="1" rIns="138475" wrap="square" tIns="1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64"/>
              <a:t>+2.8</a:t>
            </a:r>
            <a:r>
              <a:rPr lang="en" sz="5864"/>
              <a:t>%</a:t>
            </a:r>
            <a:endParaRPr sz="5864"/>
          </a:p>
        </p:txBody>
      </p:sp>
      <p:sp>
        <p:nvSpPr>
          <p:cNvPr id="785" name="Google Shape;785;p70"/>
          <p:cNvSpPr txBox="1"/>
          <p:nvPr>
            <p:ph idx="8" type="subTitle"/>
          </p:nvPr>
        </p:nvSpPr>
        <p:spPr>
          <a:xfrm>
            <a:off x="3768306" y="3403077"/>
            <a:ext cx="2046000" cy="1019700"/>
          </a:xfrm>
          <a:prstGeom prst="rect">
            <a:avLst/>
          </a:prstGeom>
        </p:spPr>
        <p:txBody>
          <a:bodyPr anchorCtr="0" anchor="t" bIns="138475" lIns="138475" spcFirstLastPara="1" rIns="138475" wrap="square" tIns="13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64"/>
              <a:t>26K</a:t>
            </a:r>
            <a:endParaRPr sz="6664"/>
          </a:p>
        </p:txBody>
      </p:sp>
      <p:sp>
        <p:nvSpPr>
          <p:cNvPr id="786" name="Google Shape;786;p70"/>
          <p:cNvSpPr txBox="1"/>
          <p:nvPr>
            <p:ph idx="5" type="subTitle"/>
          </p:nvPr>
        </p:nvSpPr>
        <p:spPr>
          <a:xfrm>
            <a:off x="3692106" y="3176657"/>
            <a:ext cx="2046000" cy="539700"/>
          </a:xfrm>
          <a:prstGeom prst="rect">
            <a:avLst/>
          </a:prstGeom>
        </p:spPr>
        <p:txBody>
          <a:bodyPr anchorCtr="0" anchor="b" bIns="138475" lIns="138475" spcFirstLastPara="1" rIns="138475" wrap="square" tIns="13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4"/>
              <a:t>Boosted Yearly Revenue (1 Store)</a:t>
            </a:r>
            <a:endParaRPr sz="1514"/>
          </a:p>
        </p:txBody>
      </p:sp>
      <p:sp>
        <p:nvSpPr>
          <p:cNvPr id="787" name="Google Shape;787;p70"/>
          <p:cNvSpPr txBox="1"/>
          <p:nvPr>
            <p:ph idx="8" type="subTitle"/>
          </p:nvPr>
        </p:nvSpPr>
        <p:spPr>
          <a:xfrm>
            <a:off x="3764906" y="1895872"/>
            <a:ext cx="2046000" cy="1019700"/>
          </a:xfrm>
          <a:prstGeom prst="rect">
            <a:avLst/>
          </a:prstGeom>
        </p:spPr>
        <p:txBody>
          <a:bodyPr anchorCtr="0" anchor="t" bIns="138475" lIns="138475" spcFirstLastPara="1" rIns="138475" wrap="square" tIns="13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64"/>
              <a:t>2.2K</a:t>
            </a:r>
            <a:endParaRPr sz="5464"/>
          </a:p>
        </p:txBody>
      </p:sp>
      <p:sp>
        <p:nvSpPr>
          <p:cNvPr id="788" name="Google Shape;788;p70"/>
          <p:cNvSpPr txBox="1"/>
          <p:nvPr>
            <p:ph idx="5" type="subTitle"/>
          </p:nvPr>
        </p:nvSpPr>
        <p:spPr>
          <a:xfrm>
            <a:off x="5830650" y="3179399"/>
            <a:ext cx="2187000" cy="539700"/>
          </a:xfrm>
          <a:prstGeom prst="rect">
            <a:avLst/>
          </a:prstGeom>
        </p:spPr>
        <p:txBody>
          <a:bodyPr anchorCtr="0" anchor="b" bIns="138475" lIns="138475" spcFirstLastPara="1" rIns="138475" wrap="square" tIns="13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4"/>
              <a:t>Boosted Yearly Revenue (3 Stores)</a:t>
            </a:r>
            <a:endParaRPr sz="1514"/>
          </a:p>
        </p:txBody>
      </p:sp>
      <p:sp>
        <p:nvSpPr>
          <p:cNvPr id="789" name="Google Shape;789;p70"/>
          <p:cNvSpPr txBox="1"/>
          <p:nvPr>
            <p:ph idx="8" type="subTitle"/>
          </p:nvPr>
        </p:nvSpPr>
        <p:spPr>
          <a:xfrm>
            <a:off x="5676300" y="3403075"/>
            <a:ext cx="2664000" cy="1019700"/>
          </a:xfrm>
          <a:prstGeom prst="rect">
            <a:avLst/>
          </a:prstGeom>
        </p:spPr>
        <p:txBody>
          <a:bodyPr anchorCtr="0" anchor="t" bIns="138475" lIns="138475" spcFirstLastPara="1" rIns="138475" wrap="square" tIns="138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64"/>
              <a:t>79K</a:t>
            </a:r>
            <a:endParaRPr sz="6664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1"/>
          <p:cNvSpPr/>
          <p:nvPr/>
        </p:nvSpPr>
        <p:spPr>
          <a:xfrm>
            <a:off x="4754850" y="1133400"/>
            <a:ext cx="2834400" cy="32769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795" name="Google Shape;795;p71"/>
          <p:cNvSpPr/>
          <p:nvPr/>
        </p:nvSpPr>
        <p:spPr>
          <a:xfrm>
            <a:off x="7040838" y="1287409"/>
            <a:ext cx="427500" cy="4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96" name="Google Shape;796;p71"/>
          <p:cNvGrpSpPr/>
          <p:nvPr/>
        </p:nvGrpSpPr>
        <p:grpSpPr>
          <a:xfrm>
            <a:off x="7129129" y="1377922"/>
            <a:ext cx="250842" cy="250842"/>
            <a:chOff x="6251786" y="659047"/>
            <a:chExt cx="250842" cy="250842"/>
          </a:xfrm>
        </p:grpSpPr>
        <p:sp>
          <p:nvSpPr>
            <p:cNvPr id="797" name="Google Shape;797;p71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8" name="Google Shape;798;p71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9" name="Google Shape;799;p71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0" name="Google Shape;800;p71"/>
          <p:cNvSpPr txBox="1"/>
          <p:nvPr>
            <p:ph type="title"/>
          </p:nvPr>
        </p:nvSpPr>
        <p:spPr>
          <a:xfrm>
            <a:off x="228600" y="457200"/>
            <a:ext cx="57609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Cost Projections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01" name="Google Shape;801;p71"/>
          <p:cNvSpPr txBox="1"/>
          <p:nvPr>
            <p:ph idx="6" type="subTitle"/>
          </p:nvPr>
        </p:nvSpPr>
        <p:spPr>
          <a:xfrm>
            <a:off x="4907250" y="1353200"/>
            <a:ext cx="19749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</a:t>
            </a:r>
            <a:endParaRPr/>
          </a:p>
        </p:txBody>
      </p:sp>
      <p:sp>
        <p:nvSpPr>
          <p:cNvPr id="802" name="Google Shape;802;p71"/>
          <p:cNvSpPr txBox="1"/>
          <p:nvPr>
            <p:ph idx="8" type="subTitle"/>
          </p:nvPr>
        </p:nvSpPr>
        <p:spPr>
          <a:xfrm>
            <a:off x="4923750" y="1794650"/>
            <a:ext cx="18726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/>
              <a:t>7 Months</a:t>
            </a:r>
            <a:endParaRPr sz="2500" u="sng"/>
          </a:p>
        </p:txBody>
      </p:sp>
      <p:sp>
        <p:nvSpPr>
          <p:cNvPr id="803" name="Google Shape;803;p71"/>
          <p:cNvSpPr txBox="1"/>
          <p:nvPr>
            <p:ph idx="9" type="subTitle"/>
          </p:nvPr>
        </p:nvSpPr>
        <p:spPr>
          <a:xfrm>
            <a:off x="4923750" y="2221975"/>
            <a:ext cx="17526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Minimum Time to Full Integration</a:t>
            </a:r>
            <a:endParaRPr i="1"/>
          </a:p>
        </p:txBody>
      </p:sp>
      <p:pic>
        <p:nvPicPr>
          <p:cNvPr id="804" name="Google Shape;80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650" y="1133400"/>
            <a:ext cx="3975910" cy="37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1"/>
          <p:cNvSpPr txBox="1"/>
          <p:nvPr>
            <p:ph idx="8" type="subTitle"/>
          </p:nvPr>
        </p:nvSpPr>
        <p:spPr>
          <a:xfrm>
            <a:off x="4923750" y="2556650"/>
            <a:ext cx="18726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/>
              <a:t>$11500</a:t>
            </a:r>
            <a:endParaRPr sz="2500" u="sng"/>
          </a:p>
        </p:txBody>
      </p:sp>
      <p:sp>
        <p:nvSpPr>
          <p:cNvPr id="806" name="Google Shape;806;p71"/>
          <p:cNvSpPr txBox="1"/>
          <p:nvPr>
            <p:ph idx="9" type="subTitle"/>
          </p:nvPr>
        </p:nvSpPr>
        <p:spPr>
          <a:xfrm>
            <a:off x="4923750" y="2983975"/>
            <a:ext cx="21171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Estimated cost of implementation per store</a:t>
            </a:r>
            <a:endParaRPr i="1"/>
          </a:p>
        </p:txBody>
      </p:sp>
      <p:sp>
        <p:nvSpPr>
          <p:cNvPr id="807" name="Google Shape;807;p71"/>
          <p:cNvSpPr txBox="1"/>
          <p:nvPr>
            <p:ph idx="8" type="subTitle"/>
          </p:nvPr>
        </p:nvSpPr>
        <p:spPr>
          <a:xfrm>
            <a:off x="4923750" y="3471050"/>
            <a:ext cx="18726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/>
              <a:t>5 Months</a:t>
            </a:r>
            <a:endParaRPr sz="2500" u="sng"/>
          </a:p>
        </p:txBody>
      </p:sp>
      <p:sp>
        <p:nvSpPr>
          <p:cNvPr id="808" name="Google Shape;808;p71"/>
          <p:cNvSpPr txBox="1"/>
          <p:nvPr>
            <p:ph idx="9" type="subTitle"/>
          </p:nvPr>
        </p:nvSpPr>
        <p:spPr>
          <a:xfrm>
            <a:off x="4923750" y="3870350"/>
            <a:ext cx="21171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Estimated time to recoup investment after full integration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3" name="Google Shape;813;p72"/>
          <p:cNvCxnSpPr/>
          <p:nvPr/>
        </p:nvCxnSpPr>
        <p:spPr>
          <a:xfrm>
            <a:off x="228600" y="1774703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72"/>
          <p:cNvCxnSpPr/>
          <p:nvPr/>
        </p:nvCxnSpPr>
        <p:spPr>
          <a:xfrm>
            <a:off x="228600" y="2771834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72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Summary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16" name="Google Shape;816;p72"/>
          <p:cNvSpPr txBox="1"/>
          <p:nvPr>
            <p:ph idx="7" type="body"/>
          </p:nvPr>
        </p:nvSpPr>
        <p:spPr>
          <a:xfrm>
            <a:off x="2523150" y="2039562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Majority of sales are single-item (75%)</a:t>
            </a:r>
            <a:endParaRPr sz="1500"/>
          </a:p>
        </p:txBody>
      </p:sp>
      <p:sp>
        <p:nvSpPr>
          <p:cNvPr id="817" name="Google Shape;817;p72"/>
          <p:cNvSpPr txBox="1"/>
          <p:nvPr>
            <p:ph idx="9" type="subTitle"/>
          </p:nvPr>
        </p:nvSpPr>
        <p:spPr>
          <a:xfrm>
            <a:off x="228600" y="201673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Untapped Sales Potential</a:t>
            </a:r>
            <a:endParaRPr/>
          </a:p>
        </p:txBody>
      </p:sp>
      <p:sp>
        <p:nvSpPr>
          <p:cNvPr id="818" name="Google Shape;818;p72"/>
          <p:cNvSpPr txBox="1"/>
          <p:nvPr>
            <p:ph idx="8" type="body"/>
          </p:nvPr>
        </p:nvSpPr>
        <p:spPr>
          <a:xfrm>
            <a:off x="6080700" y="186433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Consistent upselling at register could boost revenue, but traditional methods may be insufficient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73"/>
          <p:cNvCxnSpPr/>
          <p:nvPr/>
        </p:nvCxnSpPr>
        <p:spPr>
          <a:xfrm>
            <a:off x="228600" y="1774703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73"/>
          <p:cNvCxnSpPr/>
          <p:nvPr/>
        </p:nvCxnSpPr>
        <p:spPr>
          <a:xfrm>
            <a:off x="228600" y="2771834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73"/>
          <p:cNvCxnSpPr/>
          <p:nvPr/>
        </p:nvCxnSpPr>
        <p:spPr>
          <a:xfrm>
            <a:off x="228600" y="3768445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73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Summary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27" name="Google Shape;827;p73"/>
          <p:cNvSpPr txBox="1"/>
          <p:nvPr>
            <p:ph idx="4" type="body"/>
          </p:nvPr>
        </p:nvSpPr>
        <p:spPr>
          <a:xfrm>
            <a:off x="2499900" y="2808582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Combined category based apriori recommenders with basic chatbots for cost-effective item recommendations</a:t>
            </a:r>
            <a:endParaRPr sz="1500"/>
          </a:p>
        </p:txBody>
      </p:sp>
      <p:sp>
        <p:nvSpPr>
          <p:cNvPr id="828" name="Google Shape;828;p73"/>
          <p:cNvSpPr txBox="1"/>
          <p:nvPr>
            <p:ph idx="6" type="subTitle"/>
          </p:nvPr>
        </p:nvSpPr>
        <p:spPr>
          <a:xfrm>
            <a:off x="228600" y="2870773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Category-Based Recommenders + Basic Chatbots</a:t>
            </a:r>
            <a:endParaRPr/>
          </a:p>
        </p:txBody>
      </p:sp>
      <p:sp>
        <p:nvSpPr>
          <p:cNvPr id="829" name="Google Shape;829;p73"/>
          <p:cNvSpPr txBox="1"/>
          <p:nvPr>
            <p:ph idx="7" type="body"/>
          </p:nvPr>
        </p:nvSpPr>
        <p:spPr>
          <a:xfrm>
            <a:off x="2523150" y="2039562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Majority of sales are single-item (75%)</a:t>
            </a:r>
            <a:endParaRPr sz="1500"/>
          </a:p>
        </p:txBody>
      </p:sp>
      <p:sp>
        <p:nvSpPr>
          <p:cNvPr id="830" name="Google Shape;830;p73"/>
          <p:cNvSpPr txBox="1"/>
          <p:nvPr>
            <p:ph idx="9" type="subTitle"/>
          </p:nvPr>
        </p:nvSpPr>
        <p:spPr>
          <a:xfrm>
            <a:off x="228600" y="201673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Untapped Sales Potential</a:t>
            </a:r>
            <a:endParaRPr/>
          </a:p>
        </p:txBody>
      </p:sp>
      <p:sp>
        <p:nvSpPr>
          <p:cNvPr id="831" name="Google Shape;831;p73"/>
          <p:cNvSpPr txBox="1"/>
          <p:nvPr>
            <p:ph idx="5" type="body"/>
          </p:nvPr>
        </p:nvSpPr>
        <p:spPr>
          <a:xfrm>
            <a:off x="6066693" y="293296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Projected yearly boost to revenue averages +2.8% (~$26K per  store on record)</a:t>
            </a:r>
            <a:endParaRPr sz="1400"/>
          </a:p>
        </p:txBody>
      </p:sp>
      <p:sp>
        <p:nvSpPr>
          <p:cNvPr id="832" name="Google Shape;832;p73"/>
          <p:cNvSpPr txBox="1"/>
          <p:nvPr>
            <p:ph idx="8" type="body"/>
          </p:nvPr>
        </p:nvSpPr>
        <p:spPr>
          <a:xfrm>
            <a:off x="6080700" y="186433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Consistent upselling at register could boost revenue, but traditional methods may be insufficient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7" name="Google Shape;837;p74"/>
          <p:cNvCxnSpPr/>
          <p:nvPr/>
        </p:nvCxnSpPr>
        <p:spPr>
          <a:xfrm>
            <a:off x="228600" y="1774703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4"/>
          <p:cNvCxnSpPr/>
          <p:nvPr/>
        </p:nvCxnSpPr>
        <p:spPr>
          <a:xfrm>
            <a:off x="228600" y="2771834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4"/>
          <p:cNvCxnSpPr/>
          <p:nvPr/>
        </p:nvCxnSpPr>
        <p:spPr>
          <a:xfrm>
            <a:off x="228600" y="3768445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4"/>
          <p:cNvCxnSpPr/>
          <p:nvPr/>
        </p:nvCxnSpPr>
        <p:spPr>
          <a:xfrm>
            <a:off x="228600" y="4683720"/>
            <a:ext cx="87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74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Summary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42" name="Google Shape;842;p74"/>
          <p:cNvSpPr txBox="1"/>
          <p:nvPr>
            <p:ph idx="1" type="body"/>
          </p:nvPr>
        </p:nvSpPr>
        <p:spPr>
          <a:xfrm>
            <a:off x="2499900" y="3942775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Implementation takes time and money for each store adapted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43" name="Google Shape;843;p74"/>
          <p:cNvSpPr txBox="1"/>
          <p:nvPr>
            <p:ph idx="3" type="subTitle"/>
          </p:nvPr>
        </p:nvSpPr>
        <p:spPr>
          <a:xfrm>
            <a:off x="228600" y="394278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to Implement</a:t>
            </a:r>
            <a:endParaRPr/>
          </a:p>
        </p:txBody>
      </p:sp>
      <p:sp>
        <p:nvSpPr>
          <p:cNvPr id="844" name="Google Shape;844;p74"/>
          <p:cNvSpPr txBox="1"/>
          <p:nvPr>
            <p:ph idx="4" type="body"/>
          </p:nvPr>
        </p:nvSpPr>
        <p:spPr>
          <a:xfrm>
            <a:off x="2499900" y="2808582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Combined category based apriori recommenders with basic chatbots for cost-effective item recommendations</a:t>
            </a:r>
            <a:endParaRPr sz="1500"/>
          </a:p>
        </p:txBody>
      </p:sp>
      <p:sp>
        <p:nvSpPr>
          <p:cNvPr id="845" name="Google Shape;845;p74"/>
          <p:cNvSpPr txBox="1"/>
          <p:nvPr>
            <p:ph idx="6" type="subTitle"/>
          </p:nvPr>
        </p:nvSpPr>
        <p:spPr>
          <a:xfrm>
            <a:off x="228600" y="2870773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Category-Based Recommenders + Basic Chatbots</a:t>
            </a:r>
            <a:endParaRPr/>
          </a:p>
        </p:txBody>
      </p:sp>
      <p:sp>
        <p:nvSpPr>
          <p:cNvPr id="846" name="Google Shape;846;p74"/>
          <p:cNvSpPr txBox="1"/>
          <p:nvPr>
            <p:ph idx="7" type="body"/>
          </p:nvPr>
        </p:nvSpPr>
        <p:spPr>
          <a:xfrm>
            <a:off x="2523150" y="2039562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Majority of sales are single-item (75%)</a:t>
            </a:r>
            <a:endParaRPr sz="1500"/>
          </a:p>
        </p:txBody>
      </p:sp>
      <p:sp>
        <p:nvSpPr>
          <p:cNvPr id="847" name="Google Shape;847;p74"/>
          <p:cNvSpPr txBox="1"/>
          <p:nvPr>
            <p:ph idx="9" type="subTitle"/>
          </p:nvPr>
        </p:nvSpPr>
        <p:spPr>
          <a:xfrm>
            <a:off x="228600" y="201673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Untapped Sales Potential</a:t>
            </a:r>
            <a:endParaRPr/>
          </a:p>
        </p:txBody>
      </p:sp>
      <p:sp>
        <p:nvSpPr>
          <p:cNvPr id="848" name="Google Shape;848;p74"/>
          <p:cNvSpPr txBox="1"/>
          <p:nvPr>
            <p:ph idx="2" type="body"/>
          </p:nvPr>
        </p:nvSpPr>
        <p:spPr>
          <a:xfrm>
            <a:off x="6108715" y="3894601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$11500 per store to integrate over 7 months, with 5 more to recoup expenses (12 months for profit) </a:t>
            </a:r>
            <a:endParaRPr sz="1400"/>
          </a:p>
        </p:txBody>
      </p:sp>
      <p:sp>
        <p:nvSpPr>
          <p:cNvPr id="849" name="Google Shape;849;p74"/>
          <p:cNvSpPr txBox="1"/>
          <p:nvPr>
            <p:ph idx="5" type="body"/>
          </p:nvPr>
        </p:nvSpPr>
        <p:spPr>
          <a:xfrm>
            <a:off x="6066693" y="293296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400"/>
              <a:t>Projected yearly boost to revenue averages +2.8% (~$26K per  store on record)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50" name="Google Shape;850;p74"/>
          <p:cNvSpPr txBox="1"/>
          <p:nvPr>
            <p:ph idx="8" type="body"/>
          </p:nvPr>
        </p:nvSpPr>
        <p:spPr>
          <a:xfrm>
            <a:off x="6080700" y="186433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Consistent upselling at register could boost revenue, but traditional methods may be insufficient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5"/>
          <p:cNvSpPr/>
          <p:nvPr/>
        </p:nvSpPr>
        <p:spPr>
          <a:xfrm rot="5400000">
            <a:off x="741525" y="3434400"/>
            <a:ext cx="1075200" cy="2101200"/>
          </a:xfrm>
          <a:prstGeom prst="roundRect">
            <a:avLst>
              <a:gd fmla="val 227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6" name="Google Shape;856;p75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Next Steps</a:t>
            </a:r>
            <a:endParaRPr b="1">
              <a:solidFill>
                <a:schemeClr val="accen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57" name="Google Shape;857;p75"/>
          <p:cNvSpPr txBox="1"/>
          <p:nvPr>
            <p:ph idx="1" type="subTitle"/>
          </p:nvPr>
        </p:nvSpPr>
        <p:spPr>
          <a:xfrm>
            <a:off x="228600" y="29606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58" name="Google Shape;858;p75"/>
          <p:cNvSpPr txBox="1"/>
          <p:nvPr>
            <p:ph idx="5" type="subTitle"/>
          </p:nvPr>
        </p:nvSpPr>
        <p:spPr>
          <a:xfrm>
            <a:off x="228600" y="364131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859" name="Google Shape;859;p75"/>
          <p:cNvSpPr txBox="1"/>
          <p:nvPr>
            <p:ph idx="17" type="body"/>
          </p:nvPr>
        </p:nvSpPr>
        <p:spPr>
          <a:xfrm>
            <a:off x="345600" y="4113275"/>
            <a:ext cx="1857000" cy="75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 for other stores, </a:t>
            </a:r>
            <a:r>
              <a:rPr lang="en"/>
              <a:t>monthly</a:t>
            </a:r>
            <a:r>
              <a:rPr lang="en"/>
              <a:t> expenditure data, other months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6"/>
          <p:cNvSpPr/>
          <p:nvPr/>
        </p:nvSpPr>
        <p:spPr>
          <a:xfrm rot="5400000">
            <a:off x="741525" y="3434400"/>
            <a:ext cx="1075200" cy="2101200"/>
          </a:xfrm>
          <a:prstGeom prst="roundRect">
            <a:avLst>
              <a:gd fmla="val 227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76"/>
          <p:cNvSpPr/>
          <p:nvPr/>
        </p:nvSpPr>
        <p:spPr>
          <a:xfrm rot="5400000">
            <a:off x="2551350" y="3049175"/>
            <a:ext cx="1845900" cy="2101200"/>
          </a:xfrm>
          <a:prstGeom prst="roundRect">
            <a:avLst>
              <a:gd fmla="val 132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6" name="Google Shape;866;p76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Next Steps</a:t>
            </a:r>
            <a:endParaRPr b="1">
              <a:solidFill>
                <a:schemeClr val="accen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67" name="Google Shape;867;p76"/>
          <p:cNvSpPr txBox="1"/>
          <p:nvPr>
            <p:ph idx="2" type="subTitle"/>
          </p:nvPr>
        </p:nvSpPr>
        <p:spPr>
          <a:xfrm>
            <a:off x="2423700" y="20613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68" name="Google Shape;868;p76"/>
          <p:cNvSpPr txBox="1"/>
          <p:nvPr>
            <p:ph idx="1" type="subTitle"/>
          </p:nvPr>
        </p:nvSpPr>
        <p:spPr>
          <a:xfrm>
            <a:off x="228600" y="29606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69" name="Google Shape;869;p76"/>
          <p:cNvSpPr txBox="1"/>
          <p:nvPr>
            <p:ph idx="5" type="subTitle"/>
          </p:nvPr>
        </p:nvSpPr>
        <p:spPr>
          <a:xfrm>
            <a:off x="228600" y="364131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870" name="Google Shape;870;p76"/>
          <p:cNvSpPr txBox="1"/>
          <p:nvPr>
            <p:ph idx="6" type="subTitle"/>
          </p:nvPr>
        </p:nvSpPr>
        <p:spPr>
          <a:xfrm>
            <a:off x="2423700" y="27345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Refinement and Infrastructure</a:t>
            </a:r>
            <a:endParaRPr/>
          </a:p>
        </p:txBody>
      </p:sp>
      <p:sp>
        <p:nvSpPr>
          <p:cNvPr id="871" name="Google Shape;871;p76"/>
          <p:cNvSpPr txBox="1"/>
          <p:nvPr>
            <p:ph idx="17" type="body"/>
          </p:nvPr>
        </p:nvSpPr>
        <p:spPr>
          <a:xfrm>
            <a:off x="345600" y="4113275"/>
            <a:ext cx="1857000" cy="75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 for other stores, monthly expenditure data, other months</a:t>
            </a:r>
            <a:endParaRPr/>
          </a:p>
        </p:txBody>
      </p:sp>
      <p:sp>
        <p:nvSpPr>
          <p:cNvPr id="872" name="Google Shape;872;p76"/>
          <p:cNvSpPr txBox="1"/>
          <p:nvPr>
            <p:ph idx="18" type="body"/>
          </p:nvPr>
        </p:nvSpPr>
        <p:spPr>
          <a:xfrm>
            <a:off x="2545800" y="3340100"/>
            <a:ext cx="1857000" cy="1525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Boost recommendation performance with newly acquired data.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Product-Based Recommenders with more data (Optional)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Prepare data infrastructure for recommender and integrate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7"/>
          <p:cNvSpPr/>
          <p:nvPr/>
        </p:nvSpPr>
        <p:spPr>
          <a:xfrm rot="5400000">
            <a:off x="741525" y="3434400"/>
            <a:ext cx="1075200" cy="2101200"/>
          </a:xfrm>
          <a:prstGeom prst="roundRect">
            <a:avLst>
              <a:gd fmla="val 227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8" name="Google Shape;878;p77"/>
          <p:cNvSpPr/>
          <p:nvPr/>
        </p:nvSpPr>
        <p:spPr>
          <a:xfrm rot="5400000">
            <a:off x="2551350" y="3049175"/>
            <a:ext cx="1845900" cy="2101200"/>
          </a:xfrm>
          <a:prstGeom prst="roundRect">
            <a:avLst>
              <a:gd fmla="val 132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9" name="Google Shape;879;p77"/>
          <p:cNvSpPr/>
          <p:nvPr/>
        </p:nvSpPr>
        <p:spPr>
          <a:xfrm rot="5400000">
            <a:off x="4409775" y="2712350"/>
            <a:ext cx="2519400" cy="2101200"/>
          </a:xfrm>
          <a:prstGeom prst="roundRect">
            <a:avLst>
              <a:gd fmla="val 12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0" name="Google Shape;880;p77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Next Steps</a:t>
            </a:r>
            <a:endParaRPr b="1">
              <a:solidFill>
                <a:schemeClr val="accen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81" name="Google Shape;881;p77"/>
          <p:cNvSpPr txBox="1"/>
          <p:nvPr>
            <p:ph idx="3" type="subTitle"/>
          </p:nvPr>
        </p:nvSpPr>
        <p:spPr>
          <a:xfrm>
            <a:off x="4618875" y="15405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82" name="Google Shape;882;p77"/>
          <p:cNvSpPr txBox="1"/>
          <p:nvPr>
            <p:ph idx="2" type="subTitle"/>
          </p:nvPr>
        </p:nvSpPr>
        <p:spPr>
          <a:xfrm>
            <a:off x="2423700" y="20613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83" name="Google Shape;883;p77"/>
          <p:cNvSpPr txBox="1"/>
          <p:nvPr>
            <p:ph idx="1" type="subTitle"/>
          </p:nvPr>
        </p:nvSpPr>
        <p:spPr>
          <a:xfrm>
            <a:off x="228600" y="29606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84" name="Google Shape;884;p77"/>
          <p:cNvSpPr txBox="1"/>
          <p:nvPr>
            <p:ph idx="5" type="subTitle"/>
          </p:nvPr>
        </p:nvSpPr>
        <p:spPr>
          <a:xfrm>
            <a:off x="228600" y="364131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885" name="Google Shape;885;p77"/>
          <p:cNvSpPr txBox="1"/>
          <p:nvPr>
            <p:ph idx="6" type="subTitle"/>
          </p:nvPr>
        </p:nvSpPr>
        <p:spPr>
          <a:xfrm>
            <a:off x="2423700" y="27345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Refinement and Infrastructure</a:t>
            </a:r>
            <a:endParaRPr/>
          </a:p>
        </p:txBody>
      </p:sp>
      <p:sp>
        <p:nvSpPr>
          <p:cNvPr id="886" name="Google Shape;886;p77"/>
          <p:cNvSpPr txBox="1"/>
          <p:nvPr>
            <p:ph idx="7" type="subTitle"/>
          </p:nvPr>
        </p:nvSpPr>
        <p:spPr>
          <a:xfrm>
            <a:off x="4618950" y="22137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Phase</a:t>
            </a:r>
            <a:endParaRPr/>
          </a:p>
        </p:txBody>
      </p:sp>
      <p:sp>
        <p:nvSpPr>
          <p:cNvPr id="887" name="Google Shape;887;p77"/>
          <p:cNvSpPr txBox="1"/>
          <p:nvPr>
            <p:ph idx="17" type="body"/>
          </p:nvPr>
        </p:nvSpPr>
        <p:spPr>
          <a:xfrm>
            <a:off x="345600" y="4113275"/>
            <a:ext cx="1857000" cy="75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 for other stores, monthly expenditure data, other months</a:t>
            </a:r>
            <a:endParaRPr/>
          </a:p>
        </p:txBody>
      </p:sp>
      <p:sp>
        <p:nvSpPr>
          <p:cNvPr id="888" name="Google Shape;888;p77"/>
          <p:cNvSpPr txBox="1"/>
          <p:nvPr>
            <p:ph idx="18" type="body"/>
          </p:nvPr>
        </p:nvSpPr>
        <p:spPr>
          <a:xfrm>
            <a:off x="2545800" y="3340100"/>
            <a:ext cx="1857000" cy="1525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Boost recommendation performance with newly acquired data.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Product-Based Recommenders with more data (Optional)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Prepare data infrastructure for recommender and integrate</a:t>
            </a:r>
            <a:endParaRPr sz="900"/>
          </a:p>
        </p:txBody>
      </p:sp>
      <p:sp>
        <p:nvSpPr>
          <p:cNvPr id="889" name="Google Shape;889;p77"/>
          <p:cNvSpPr txBox="1"/>
          <p:nvPr>
            <p:ph idx="19" type="body"/>
          </p:nvPr>
        </p:nvSpPr>
        <p:spPr>
          <a:xfrm>
            <a:off x="4740975" y="2674775"/>
            <a:ext cx="1857000" cy="21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Trial runs and evaluation with final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Staff training on existing models and use cases (Optional)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8"/>
          <p:cNvSpPr/>
          <p:nvPr/>
        </p:nvSpPr>
        <p:spPr>
          <a:xfrm rot="5400000">
            <a:off x="741525" y="3434400"/>
            <a:ext cx="1075200" cy="2101200"/>
          </a:xfrm>
          <a:prstGeom prst="roundRect">
            <a:avLst>
              <a:gd fmla="val 227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5" name="Google Shape;895;p78"/>
          <p:cNvSpPr/>
          <p:nvPr/>
        </p:nvSpPr>
        <p:spPr>
          <a:xfrm rot="5400000">
            <a:off x="2551350" y="3049175"/>
            <a:ext cx="1845900" cy="2101200"/>
          </a:xfrm>
          <a:prstGeom prst="roundRect">
            <a:avLst>
              <a:gd fmla="val 1321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6" name="Google Shape;896;p78"/>
          <p:cNvSpPr/>
          <p:nvPr/>
        </p:nvSpPr>
        <p:spPr>
          <a:xfrm rot="5400000">
            <a:off x="5888250" y="1981768"/>
            <a:ext cx="3952800" cy="2101200"/>
          </a:xfrm>
          <a:prstGeom prst="roundRect">
            <a:avLst>
              <a:gd fmla="val 1195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7" name="Google Shape;897;p78"/>
          <p:cNvSpPr/>
          <p:nvPr/>
        </p:nvSpPr>
        <p:spPr>
          <a:xfrm rot="5400000">
            <a:off x="4409775" y="2712350"/>
            <a:ext cx="2519400" cy="2101200"/>
          </a:xfrm>
          <a:prstGeom prst="roundRect">
            <a:avLst>
              <a:gd fmla="val 1209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8" name="Google Shape;898;p78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Next Steps</a:t>
            </a:r>
            <a:endParaRPr b="1">
              <a:solidFill>
                <a:schemeClr val="accen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99" name="Google Shape;899;p78"/>
          <p:cNvSpPr txBox="1"/>
          <p:nvPr>
            <p:ph idx="3" type="subTitle"/>
          </p:nvPr>
        </p:nvSpPr>
        <p:spPr>
          <a:xfrm>
            <a:off x="4618875" y="15405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00" name="Google Shape;900;p78"/>
          <p:cNvSpPr txBox="1"/>
          <p:nvPr>
            <p:ph idx="2" type="subTitle"/>
          </p:nvPr>
        </p:nvSpPr>
        <p:spPr>
          <a:xfrm>
            <a:off x="2423700" y="20613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01" name="Google Shape;901;p78"/>
          <p:cNvSpPr txBox="1"/>
          <p:nvPr>
            <p:ph idx="1" type="subTitle"/>
          </p:nvPr>
        </p:nvSpPr>
        <p:spPr>
          <a:xfrm>
            <a:off x="228600" y="29606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02" name="Google Shape;902;p78"/>
          <p:cNvSpPr txBox="1"/>
          <p:nvPr>
            <p:ph idx="4" type="subTitle"/>
          </p:nvPr>
        </p:nvSpPr>
        <p:spPr>
          <a:xfrm>
            <a:off x="6969925" y="1212250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03" name="Google Shape;903;p78"/>
          <p:cNvSpPr txBox="1"/>
          <p:nvPr>
            <p:ph idx="5" type="subTitle"/>
          </p:nvPr>
        </p:nvSpPr>
        <p:spPr>
          <a:xfrm>
            <a:off x="228600" y="364131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904" name="Google Shape;904;p78"/>
          <p:cNvSpPr txBox="1"/>
          <p:nvPr>
            <p:ph idx="6" type="subTitle"/>
          </p:nvPr>
        </p:nvSpPr>
        <p:spPr>
          <a:xfrm>
            <a:off x="2423700" y="27345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Refinement and Infrastructure</a:t>
            </a:r>
            <a:endParaRPr/>
          </a:p>
        </p:txBody>
      </p:sp>
      <p:sp>
        <p:nvSpPr>
          <p:cNvPr id="905" name="Google Shape;905;p78"/>
          <p:cNvSpPr txBox="1"/>
          <p:nvPr>
            <p:ph idx="7" type="subTitle"/>
          </p:nvPr>
        </p:nvSpPr>
        <p:spPr>
          <a:xfrm>
            <a:off x="4618950" y="22137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Phase</a:t>
            </a:r>
            <a:endParaRPr/>
          </a:p>
        </p:txBody>
      </p:sp>
      <p:sp>
        <p:nvSpPr>
          <p:cNvPr id="906" name="Google Shape;906;p78"/>
          <p:cNvSpPr txBox="1"/>
          <p:nvPr>
            <p:ph idx="8" type="subTitle"/>
          </p:nvPr>
        </p:nvSpPr>
        <p:spPr>
          <a:xfrm>
            <a:off x="6969925" y="1913438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Full Deployment</a:t>
            </a:r>
            <a:endParaRPr u="sng"/>
          </a:p>
        </p:txBody>
      </p:sp>
      <p:pic>
        <p:nvPicPr>
          <p:cNvPr id="907" name="Google Shape;907;p78" title="Screenshot 2025-08-03 4.39.06 PM.png"/>
          <p:cNvPicPr preferRelativeResize="0"/>
          <p:nvPr>
            <p:ph idx="9" type="pic"/>
          </p:nvPr>
        </p:nvPicPr>
        <p:blipFill rotWithShape="1">
          <a:blip r:embed="rId3">
            <a:alphaModFix/>
          </a:blip>
          <a:srcRect b="0" l="1105" r="1105" t="0"/>
          <a:stretch/>
        </p:blipFill>
        <p:spPr>
          <a:xfrm>
            <a:off x="6814050" y="3641325"/>
            <a:ext cx="2101200" cy="1381500"/>
          </a:xfrm>
          <a:prstGeom prst="roundRect">
            <a:avLst>
              <a:gd fmla="val 16667" name="adj"/>
            </a:avLst>
          </a:prstGeom>
        </p:spPr>
      </p:pic>
      <p:sp>
        <p:nvSpPr>
          <p:cNvPr id="908" name="Google Shape;908;p78"/>
          <p:cNvSpPr txBox="1"/>
          <p:nvPr>
            <p:ph idx="17" type="body"/>
          </p:nvPr>
        </p:nvSpPr>
        <p:spPr>
          <a:xfrm>
            <a:off x="345600" y="4113275"/>
            <a:ext cx="1857000" cy="75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 for other stores, monthly expenditure data, other months</a:t>
            </a:r>
            <a:endParaRPr/>
          </a:p>
        </p:txBody>
      </p:sp>
      <p:sp>
        <p:nvSpPr>
          <p:cNvPr id="909" name="Google Shape;909;p78"/>
          <p:cNvSpPr txBox="1"/>
          <p:nvPr>
            <p:ph idx="18" type="body"/>
          </p:nvPr>
        </p:nvSpPr>
        <p:spPr>
          <a:xfrm>
            <a:off x="2545800" y="3340100"/>
            <a:ext cx="1857000" cy="1525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Boost recommendation performance with newly acquired data.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Product-Based Recommenders with more data (Optional)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 Prepare data infrastructure for recommender and integrate</a:t>
            </a:r>
            <a:endParaRPr sz="900"/>
          </a:p>
        </p:txBody>
      </p:sp>
      <p:sp>
        <p:nvSpPr>
          <p:cNvPr id="910" name="Google Shape;910;p78"/>
          <p:cNvSpPr txBox="1"/>
          <p:nvPr>
            <p:ph idx="19" type="body"/>
          </p:nvPr>
        </p:nvSpPr>
        <p:spPr>
          <a:xfrm>
            <a:off x="4740975" y="2674775"/>
            <a:ext cx="1857000" cy="21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Trial runs and evaluation with final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Staff training on existing models and use cases (Optional)</a:t>
            </a:r>
            <a:endParaRPr/>
          </a:p>
        </p:txBody>
      </p:sp>
      <p:sp>
        <p:nvSpPr>
          <p:cNvPr id="911" name="Google Shape;911;p78"/>
          <p:cNvSpPr txBox="1"/>
          <p:nvPr>
            <p:ph idx="19" type="body"/>
          </p:nvPr>
        </p:nvSpPr>
        <p:spPr>
          <a:xfrm>
            <a:off x="6936150" y="2272050"/>
            <a:ext cx="1857000" cy="13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Launch model in all stores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Continually update sales training data for up-to-date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Evaluate performance and net revenue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9"/>
          <p:cNvSpPr txBox="1"/>
          <p:nvPr>
            <p:ph type="title"/>
          </p:nvPr>
        </p:nvSpPr>
        <p:spPr>
          <a:xfrm>
            <a:off x="228600" y="457200"/>
            <a:ext cx="21012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Contact</a:t>
            </a:r>
            <a:endParaRPr b="1">
              <a:solidFill>
                <a:schemeClr val="accen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pic>
        <p:nvPicPr>
          <p:cNvPr id="917" name="Google Shape;917;p79" title="Screenshot 2025-07-28 11.16.03 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498" r="14498" t="0"/>
          <a:stretch/>
        </p:blipFill>
        <p:spPr>
          <a:xfrm>
            <a:off x="3228051" y="879350"/>
            <a:ext cx="2384700" cy="3542700"/>
          </a:xfrm>
          <a:prstGeom prst="round2DiagRect">
            <a:avLst>
              <a:gd fmla="val 16667" name="adj1"/>
              <a:gd fmla="val 0" name="adj2"/>
            </a:avLst>
          </a:prstGeom>
        </p:spPr>
      </p:pic>
      <p:sp>
        <p:nvSpPr>
          <p:cNvPr id="918" name="Google Shape;918;p79"/>
          <p:cNvSpPr txBox="1"/>
          <p:nvPr>
            <p:ph idx="1" type="body"/>
          </p:nvPr>
        </p:nvSpPr>
        <p:spPr>
          <a:xfrm>
            <a:off x="3228051" y="3993037"/>
            <a:ext cx="2384700" cy="997800"/>
          </a:xfrm>
          <a:prstGeom prst="rect">
            <a:avLst/>
          </a:prstGeom>
        </p:spPr>
        <p:txBody>
          <a:bodyPr anchorCtr="0" anchor="b" bIns="76625" lIns="76625" spcFirstLastPara="1" rIns="76625" wrap="square" tIns="7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8">
                <a:solidFill>
                  <a:srgbClr val="00FFFF"/>
                </a:solidFill>
              </a:rPr>
              <a:t>Linked In</a:t>
            </a:r>
            <a:endParaRPr sz="838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8">
                <a:solidFill>
                  <a:srgbClr val="00FFFF"/>
                </a:solidFill>
              </a:rPr>
              <a:t>Github</a:t>
            </a:r>
            <a:endParaRPr sz="838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8">
                <a:solidFill>
                  <a:srgbClr val="00FFFF"/>
                </a:solidFill>
              </a:rPr>
              <a:t>Email</a:t>
            </a:r>
            <a:endParaRPr sz="838">
              <a:solidFill>
                <a:srgbClr val="00FFFF"/>
              </a:solidFill>
            </a:endParaRPr>
          </a:p>
        </p:txBody>
      </p:sp>
      <p:sp>
        <p:nvSpPr>
          <p:cNvPr id="919" name="Google Shape;919;p79"/>
          <p:cNvSpPr txBox="1"/>
          <p:nvPr>
            <p:ph idx="3" type="subTitle"/>
          </p:nvPr>
        </p:nvSpPr>
        <p:spPr>
          <a:xfrm>
            <a:off x="3452971" y="555774"/>
            <a:ext cx="1954500" cy="354600"/>
          </a:xfrm>
          <a:prstGeom prst="rect">
            <a:avLst/>
          </a:prstGeom>
        </p:spPr>
        <p:txBody>
          <a:bodyPr anchorCtr="0" anchor="ctr" bIns="76625" lIns="76625" spcFirstLastPara="1" rIns="76625" wrap="square" tIns="7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5"/>
              <a:t>Joel Laskow</a:t>
            </a:r>
            <a:endParaRPr sz="1005"/>
          </a:p>
        </p:txBody>
      </p:sp>
      <p:pic>
        <p:nvPicPr>
          <p:cNvPr descr="Slender trees and shrubs in a woodland. " id="920" name="Google Shape;920;p79"/>
          <p:cNvPicPr preferRelativeResize="0"/>
          <p:nvPr>
            <p:ph idx="4" type="pic"/>
          </p:nvPr>
        </p:nvPicPr>
        <p:blipFill rotWithShape="1">
          <a:blip r:embed="rId4">
            <a:alphaModFix amt="92000"/>
          </a:blip>
          <a:srcRect b="3134" l="31975" r="41447" t="16712"/>
          <a:stretch/>
        </p:blipFill>
        <p:spPr>
          <a:xfrm>
            <a:off x="5719706" y="879350"/>
            <a:ext cx="2384700" cy="3542700"/>
          </a:xfrm>
          <a:prstGeom prst="roundRect">
            <a:avLst>
              <a:gd fmla="val 16667" name="adj"/>
            </a:avLst>
          </a:prstGeom>
        </p:spPr>
      </p:pic>
      <p:sp>
        <p:nvSpPr>
          <p:cNvPr id="921" name="Google Shape;921;p79"/>
          <p:cNvSpPr txBox="1"/>
          <p:nvPr>
            <p:ph idx="6" type="subTitle"/>
          </p:nvPr>
        </p:nvSpPr>
        <p:spPr>
          <a:xfrm>
            <a:off x="5944626" y="555774"/>
            <a:ext cx="1954500" cy="354600"/>
          </a:xfrm>
          <a:prstGeom prst="rect">
            <a:avLst/>
          </a:prstGeom>
        </p:spPr>
        <p:txBody>
          <a:bodyPr anchorCtr="0" anchor="ctr" bIns="76625" lIns="76625" spcFirstLastPara="1" rIns="76625" wrap="square" tIns="7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5"/>
              <a:t>Samson Akomolafe</a:t>
            </a:r>
            <a:endParaRPr sz="1005"/>
          </a:p>
        </p:txBody>
      </p:sp>
      <p:sp>
        <p:nvSpPr>
          <p:cNvPr id="922" name="Google Shape;922;p79"/>
          <p:cNvSpPr txBox="1"/>
          <p:nvPr>
            <p:ph idx="1" type="body"/>
          </p:nvPr>
        </p:nvSpPr>
        <p:spPr>
          <a:xfrm>
            <a:off x="5747622" y="3993037"/>
            <a:ext cx="2384700" cy="997800"/>
          </a:xfrm>
          <a:prstGeom prst="rect">
            <a:avLst/>
          </a:prstGeom>
        </p:spPr>
        <p:txBody>
          <a:bodyPr anchorCtr="0" anchor="b" bIns="76625" lIns="76625" spcFirstLastPara="1" rIns="76625" wrap="square" tIns="7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8">
                <a:solidFill>
                  <a:srgbClr val="00FFFF"/>
                </a:solidFill>
              </a:rPr>
              <a:t>Linked In</a:t>
            </a:r>
            <a:endParaRPr sz="838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8">
                <a:solidFill>
                  <a:srgbClr val="00FFFF"/>
                </a:solidFill>
              </a:rPr>
              <a:t>Github</a:t>
            </a:r>
            <a:endParaRPr sz="838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8">
                <a:solidFill>
                  <a:srgbClr val="00FFFF"/>
                </a:solidFill>
              </a:rPr>
              <a:t>Email</a:t>
            </a:r>
            <a:endParaRPr sz="838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0"/>
          <p:cNvSpPr txBox="1"/>
          <p:nvPr>
            <p:ph type="title"/>
          </p:nvPr>
        </p:nvSpPr>
        <p:spPr>
          <a:xfrm>
            <a:off x="2376750" y="1283625"/>
            <a:ext cx="4296600" cy="172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928" name="Google Shape;928;p80" title="Screenshot 2025-08-03 5.33.49 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718" l="0" r="0" t="31714"/>
          <a:stretch/>
        </p:blipFill>
        <p:spPr>
          <a:xfrm>
            <a:off x="228525" y="3337900"/>
            <a:ext cx="4296600" cy="1574400"/>
          </a:xfrm>
          <a:prstGeom prst="roundRect">
            <a:avLst>
              <a:gd fmla="val 16667" name="adj"/>
            </a:avLst>
          </a:prstGeom>
        </p:spPr>
      </p:pic>
      <p:pic>
        <p:nvPicPr>
          <p:cNvPr id="929" name="Google Shape;929;p80" title="Screenshot 2025-08-03 5.41.02 PM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31037" l="0" r="0" t="31037"/>
          <a:stretch/>
        </p:blipFill>
        <p:spPr>
          <a:xfrm>
            <a:off x="4665600" y="3337900"/>
            <a:ext cx="4296600" cy="15744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tural">
  <a:themeElements>
    <a:clrScheme name="Simple Light">
      <a:dk1>
        <a:srgbClr val="FAFAFA"/>
      </a:dk1>
      <a:lt1>
        <a:srgbClr val="000000"/>
      </a:lt1>
      <a:dk2>
        <a:srgbClr val="013D27"/>
      </a:dk2>
      <a:lt2>
        <a:srgbClr val="E9FFE5"/>
      </a:lt2>
      <a:accent1>
        <a:srgbClr val="03C704"/>
      </a:accent1>
      <a:accent2>
        <a:srgbClr val="8CEA7D"/>
      </a:accent2>
      <a:accent3>
        <a:srgbClr val="00AA01"/>
      </a:accent3>
      <a:accent4>
        <a:srgbClr val="3C4043"/>
      </a:accent4>
      <a:accent5>
        <a:srgbClr val="8D8D8D"/>
      </a:accent5>
      <a:accent6>
        <a:srgbClr val="EDEEF0"/>
      </a:accent6>
      <a:hlink>
        <a:srgbClr val="8CEA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